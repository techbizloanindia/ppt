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45531-AD62-4C21-8E81-4F40F3A17A8D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BF124-BC46-43F7-9706-ED296A48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2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BF124-BC46-43F7-9706-ED296A48F9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50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6FC4-FB67-4E17-D67F-6D3825A13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169FB8-D2F3-5518-096A-2080B4A72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5BF0C-DEE6-7026-9134-500E2B9B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34931-6763-5167-D6EE-37C371655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22E6E-F89A-9069-3026-6ACDEF16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00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7E7D4-131E-24F4-A090-45779161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45DEB-582D-826D-CB7E-FBF40AD22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D2188-C7DE-6734-AEAC-DAD17D879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E533B-E545-7C8A-5296-E35390F5A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C8121-96F2-9C77-1708-4723024F2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46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401E-6AD7-6ECC-10BA-D665C4583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47283-24DC-6041-5F32-1E25AAC8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AAC87-737E-5AE9-787F-0E093339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767-EED3-6DC6-74B2-26826757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42009-E67B-0253-C3EF-D0D719A6C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4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3909-C685-71A4-01C6-A34F449D6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531D0-62F7-E0B1-E4E1-C8C805E7D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2C96A-CA21-82E7-3016-BF01944A3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0EC71-2A96-673C-5EA0-331EC8766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CF4B3-DD6E-55B7-74F4-85E221D0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C69B2-DE5C-53C8-BF47-524CA1F3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7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C4D7-77F6-C44B-5614-0D05CAFA8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F0F57-0E03-A40E-CB59-BA022A32E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C05BD-A963-9C4B-90DA-505D5F53A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F1C84-A1D5-8055-5F3B-364A07E18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81741-7931-9098-C45C-E0786043A7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7DB355-716F-EA9D-9E2E-9F9B0AB8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25D70-F18F-FA30-20EE-D20EECDFC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4A117-186D-235B-B9C1-A4D65DF3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70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DBCF3-89C4-3B6B-8908-FA82CA172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F7F66-C5BE-BC11-1337-18E853A6D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9AADC-3340-8D90-91B2-D7C050829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E8904-D952-3FCE-4724-F05E291F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38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C12975-6174-0FB1-9A39-D87A8BA6D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5B4EEC-98B0-C93F-7DCE-518B8099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8728A-0D0D-549D-3771-2AE2ED27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3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00B5A-4A23-C038-E655-5156280B9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62EA1-6E0E-A918-3CA1-E194E41D2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6E91B-AC69-15DC-E021-879ADE425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364BA-53C3-AD28-8AF3-FEFCC85CE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EDF64-8145-A7FF-82B8-EFD14CB0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A2290-FA45-6EB9-0AFF-A81A37A9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1D8C-D080-C534-AB21-0C1571203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40B12F-0A09-F418-D568-0AF007A405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DAD2D-C427-4224-6725-B128C297A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38D79-68C5-E163-0E78-04B1AA749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10688-EBD7-5DEC-350D-F6C1D3C6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25B04-E730-DB55-E714-1405F822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6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6AC37-D19F-54B5-1E0F-11BB5A7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81038-89F3-F184-63CC-9018D9A9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59BBD-C496-98CC-9BF9-09BB8BE03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402C9-CB55-4F5A-504C-2B871DB6C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60639-7344-2946-AFC2-19215D33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87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8AC94A-B421-4555-86A5-A74FCDB02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08D01-5FC9-2185-BBE7-E75EACE7F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A508E-0360-E432-CEEA-EB9F87E21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85FDE-DF86-41D1-9094-BB6190D0BCD0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FEF2-2193-E5DC-FAA5-3B5E2FD3D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68678-7012-6D8F-3DFF-981208D6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F39156-0540-16C3-52BA-00BF482F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F40D6-511C-19D9-7F30-707EA2535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F3F6F-04F3-43B2-49A5-BCB0DADF8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85FDE-DF86-41D1-9094-BB6190D0BCD0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CC2FC-4705-4214-EAA5-9BCCA6BFB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D2F83-5B5C-27CB-46BF-CEF429CD8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82ABA-FBF9-4051-9339-E9458CD9E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5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2BDD98-BBCE-8BB1-5A82-DD0B9DD3A5BE}"/>
              </a:ext>
            </a:extLst>
          </p:cNvPr>
          <p:cNvSpPr txBox="1"/>
          <p:nvPr/>
        </p:nvSpPr>
        <p:spPr>
          <a:xfrm>
            <a:off x="3048000" y="3235379"/>
            <a:ext cx="60960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AMOUNT CHANGE PROCESS </a:t>
            </a:r>
          </a:p>
        </p:txBody>
      </p:sp>
    </p:spTree>
    <p:extLst>
      <p:ext uri="{BB962C8B-B14F-4D97-AF65-F5344CB8AC3E}">
        <p14:creationId xmlns:p14="http://schemas.microsoft.com/office/powerpoint/2010/main" val="3502078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048BF-6EE9-96A9-9652-A59B031C8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44692B8-62D2-4281-7701-94ABBA266BBF}"/>
              </a:ext>
            </a:extLst>
          </p:cNvPr>
          <p:cNvGrpSpPr/>
          <p:nvPr/>
        </p:nvGrpSpPr>
        <p:grpSpPr>
          <a:xfrm>
            <a:off x="5067653" y="3482506"/>
            <a:ext cx="7030065" cy="3224980"/>
            <a:chOff x="4719484" y="324465"/>
            <a:chExt cx="7472516" cy="514227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1EAE6C6-722B-88A4-DCB2-CD509A2C1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2219" y="553612"/>
              <a:ext cx="7236542" cy="448303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C7D20A-A347-D4E2-AF0E-5B4EF1329C69}"/>
                </a:ext>
              </a:extLst>
            </p:cNvPr>
            <p:cNvSpPr/>
            <p:nvPr/>
          </p:nvSpPr>
          <p:spPr>
            <a:xfrm>
              <a:off x="4719484" y="324465"/>
              <a:ext cx="7472516" cy="51422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459E983-BCC6-EE5C-59AE-0AB902BE2C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653" y="14719"/>
            <a:ext cx="7030065" cy="33607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89F3CBA-2D9A-775A-3E10-A172424220F4}"/>
              </a:ext>
            </a:extLst>
          </p:cNvPr>
          <p:cNvSpPr txBox="1"/>
          <p:nvPr/>
        </p:nvSpPr>
        <p:spPr>
          <a:xfrm>
            <a:off x="108155" y="373025"/>
            <a:ext cx="4899297" cy="4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Step:- 1</a:t>
            </a:r>
            <a:endParaRPr lang="en-US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3B13D8-37F2-674D-89F5-68F631C37BDE}"/>
              </a:ext>
            </a:extLst>
          </p:cNvPr>
          <p:cNvSpPr/>
          <p:nvPr/>
        </p:nvSpPr>
        <p:spPr>
          <a:xfrm>
            <a:off x="145082" y="1064914"/>
            <a:ext cx="4862371" cy="56425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R="0"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Navigate to the Credit Appraisal Section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 to the 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Credit Appraisal</a:t>
            </a: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module and click on 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Edit Credit Appraisal</a:t>
            </a: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Enable the 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Update Sanction</a:t>
            </a: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toggle.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will now be able to update the 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Sanction Amount</a:t>
            </a: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Upon making changes, the system will prompt you to enter the 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Reason for Change</a:t>
            </a: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Provide a clear and valid explanation for the revision in the sanction amount.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Within the 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Credit Appraisal – Approving Authority</a:t>
            </a: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section, the authorized user can modify sanction-related details such as 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Sanction Amount</a:t>
            </a: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Tenure</a:t>
            </a: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IRR</a:t>
            </a: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5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FF37-7E81-617A-9D77-9C1426A78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66CD0C-7AB5-A023-CFCB-695C08B50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258" y="76429"/>
            <a:ext cx="6767021" cy="33525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343D9E-902E-9247-5D14-C3BDDE729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7"/>
          <a:stretch/>
        </p:blipFill>
        <p:spPr>
          <a:xfrm>
            <a:off x="5323840" y="3581401"/>
            <a:ext cx="6695439" cy="28498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BA62AA-A607-3CDB-7BF7-20008C891FC5}"/>
              </a:ext>
            </a:extLst>
          </p:cNvPr>
          <p:cNvSpPr/>
          <p:nvPr/>
        </p:nvSpPr>
        <p:spPr>
          <a:xfrm>
            <a:off x="5111086" y="0"/>
            <a:ext cx="6999634" cy="67051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EEE4E2-C2EE-62C9-1345-990899EC0F63}"/>
              </a:ext>
            </a:extLst>
          </p:cNvPr>
          <p:cNvSpPr txBox="1"/>
          <p:nvPr/>
        </p:nvSpPr>
        <p:spPr>
          <a:xfrm>
            <a:off x="142846" y="975165"/>
            <a:ext cx="4825394" cy="14398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Update Financial Analysis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Navigate to the 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Financial Analysis</a:t>
            </a: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section and click on the 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</a:t>
            </a: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button.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Update the 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Calculation</a:t>
            </a: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reflect the revised sanction amount and related parameters.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080252-F1FE-9A20-24DD-F6EC1F44440E}"/>
              </a:ext>
            </a:extLst>
          </p:cNvPr>
          <p:cNvSpPr txBox="1"/>
          <p:nvPr/>
        </p:nvSpPr>
        <p:spPr>
          <a:xfrm>
            <a:off x="83312" y="4602058"/>
            <a:ext cx="4813807" cy="1004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Note:</a:t>
            </a:r>
            <a:b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users with 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Approval Authority ID</a:t>
            </a: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perform sanction amount modifications. This action is restricted and cannot be carried out by other user IDs.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A9A6F-EECD-6E97-F6A7-D32E29CD81A5}"/>
              </a:ext>
            </a:extLst>
          </p:cNvPr>
          <p:cNvSpPr txBox="1"/>
          <p:nvPr/>
        </p:nvSpPr>
        <p:spPr>
          <a:xfrm>
            <a:off x="81280" y="218624"/>
            <a:ext cx="4886960" cy="4385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IN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Step:- 2</a:t>
            </a:r>
            <a:endParaRPr lang="en-US" sz="2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43F130-F5BE-E915-ADAB-7D1D01CFD0CA}"/>
              </a:ext>
            </a:extLst>
          </p:cNvPr>
          <p:cNvSpPr/>
          <p:nvPr/>
        </p:nvSpPr>
        <p:spPr>
          <a:xfrm>
            <a:off x="62438" y="812799"/>
            <a:ext cx="4968240" cy="5892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13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162</Words>
  <Application>Microsoft Office PowerPoint</Application>
  <PresentationFormat>Widescreen</PresentationFormat>
  <Paragraphs>14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Nitish Kumar</dc:creator>
  <cp:lastModifiedBy>Nitish Kumar</cp:lastModifiedBy>
  <cp:revision>2</cp:revision>
  <dcterms:created xsi:type="dcterms:W3CDTF">2025-05-15T13:14:29Z</dcterms:created>
  <dcterms:modified xsi:type="dcterms:W3CDTF">2025-05-15T13:53:32Z</dcterms:modified>
</cp:coreProperties>
</file>