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57AD02-A4D7-40A5-A30D-9016A87251D3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4D33F72A-E7FF-43E2-AB32-E7CCB0B2D25B}">
      <dgm:prSet custT="1"/>
      <dgm:spPr/>
      <dgm:t>
        <a:bodyPr/>
        <a:lstStyle/>
        <a:p>
          <a:r>
            <a:rPr lang="en-IN" sz="1800" b="1" dirty="0">
              <a:latin typeface="+mj-lt"/>
            </a:rPr>
            <a:t>Add New Lead</a:t>
          </a:r>
        </a:p>
      </dgm:t>
    </dgm:pt>
    <dgm:pt modelId="{DA4BDC1C-BD86-49FE-8BD0-B9EE2D59C5A2}" type="parTrans" cxnId="{9BC66C2C-DE41-45B4-A8EC-FF05FDAE0ABE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16692600-22CA-4442-8644-C7A653BFB9A0}" type="sibTrans" cxnId="{9BC66C2C-DE41-45B4-A8EC-FF05FDAE0ABE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BAFF4635-299E-43FC-8A8C-D4427006C801}">
      <dgm:prSet custT="1"/>
      <dgm:spPr/>
      <dgm:t>
        <a:bodyPr/>
        <a:lstStyle/>
        <a:p>
          <a:r>
            <a:rPr lang="en-IN" sz="1200">
              <a:latin typeface="+mj-lt"/>
            </a:rPr>
            <a:t>Applicant Details</a:t>
          </a:r>
        </a:p>
      </dgm:t>
    </dgm:pt>
    <dgm:pt modelId="{8A612571-3213-4E2E-9137-6759FD4B7E37}" type="parTrans" cxnId="{3EA584CB-3507-4F95-A3A4-F004A9F55B41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653DDFE5-772A-4BD4-95DE-86A54B99ECBC}" type="sibTrans" cxnId="{3EA584CB-3507-4F95-A3A4-F004A9F55B41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FF2667AA-23AB-4ED8-AAF9-1A55AAB4F625}">
      <dgm:prSet custT="1"/>
      <dgm:spPr/>
      <dgm:t>
        <a:bodyPr/>
        <a:lstStyle/>
        <a:p>
          <a:r>
            <a:rPr lang="en-IN" sz="1200" dirty="0">
              <a:latin typeface="+mj-lt"/>
            </a:rPr>
            <a:t>Details of Applicant</a:t>
          </a:r>
        </a:p>
      </dgm:t>
    </dgm:pt>
    <dgm:pt modelId="{47B2ED89-BC43-4E76-A310-E8E5D09959D4}" type="parTrans" cxnId="{165F7263-FDD3-4B86-B86B-97FC7BFF6D07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7D2C2E6F-3D25-4956-8B76-7A64E22FD133}" type="sibTrans" cxnId="{165F7263-FDD3-4B86-B86B-97FC7BFF6D07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18257C20-02B8-49BE-9FFE-3E7AB177DFE1}">
      <dgm:prSet custT="1"/>
      <dgm:spPr/>
      <dgm:t>
        <a:bodyPr/>
        <a:lstStyle/>
        <a:p>
          <a:r>
            <a:rPr lang="en-IN" sz="1200">
              <a:latin typeface="+mj-lt"/>
            </a:rPr>
            <a:t>Co-Applicant</a:t>
          </a:r>
        </a:p>
      </dgm:t>
    </dgm:pt>
    <dgm:pt modelId="{17E7D081-A39B-4EA6-AF74-285411D7D232}" type="parTrans" cxnId="{A0F74A0D-799B-4B10-B706-8B22338BC8FB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0F4BB69C-A6D5-48E4-B3B4-3AFF27181802}" type="sibTrans" cxnId="{A0F74A0D-799B-4B10-B706-8B22338BC8FB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076AA9D8-B530-4772-B8A5-677E0D83D996}">
      <dgm:prSet custT="1"/>
      <dgm:spPr/>
      <dgm:t>
        <a:bodyPr/>
        <a:lstStyle/>
        <a:p>
          <a:r>
            <a:rPr lang="en-IN" sz="1200">
              <a:latin typeface="+mj-lt"/>
            </a:rPr>
            <a:t>We can add Multiple co-Applicant</a:t>
          </a:r>
        </a:p>
      </dgm:t>
    </dgm:pt>
    <dgm:pt modelId="{EDC96AD8-FF7F-470C-8BE8-E8279CE6E7CF}" type="parTrans" cxnId="{F34CC819-2091-4C3F-8D45-945EB546F716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D9BC3BC0-97A4-4888-9DDC-6BA8EC7ABDF5}" type="sibTrans" cxnId="{F34CC819-2091-4C3F-8D45-945EB546F716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6E3DA3FE-D06B-453D-BA6A-B4281990DBBF}">
      <dgm:prSet custT="1"/>
      <dgm:spPr/>
      <dgm:t>
        <a:bodyPr/>
        <a:lstStyle/>
        <a:p>
          <a:r>
            <a:rPr lang="en-IN" sz="1200">
              <a:latin typeface="+mj-lt"/>
            </a:rPr>
            <a:t>KYC</a:t>
          </a:r>
        </a:p>
      </dgm:t>
    </dgm:pt>
    <dgm:pt modelId="{87A46A9A-5BE1-4A09-843F-925F15A87AB0}" type="parTrans" cxnId="{DF43BEDE-CE19-4B1C-A881-21F9FF75DD95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04C7A9E5-4602-44F4-AAE9-BFF0EA64FE99}" type="sibTrans" cxnId="{DF43BEDE-CE19-4B1C-A881-21F9FF75DD95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09C9A8B5-941A-4D71-961C-C1E2DB518C28}">
      <dgm:prSet custT="1"/>
      <dgm:spPr/>
      <dgm:t>
        <a:bodyPr/>
        <a:lstStyle/>
        <a:p>
          <a:r>
            <a:rPr lang="en-IN" sz="1200">
              <a:latin typeface="+mj-lt"/>
            </a:rPr>
            <a:t>Applicants KYC</a:t>
          </a:r>
        </a:p>
      </dgm:t>
    </dgm:pt>
    <dgm:pt modelId="{F8E5DB7A-A273-4DCB-93DA-3FACE8410161}" type="parTrans" cxnId="{E7B587CF-F489-4A36-9BF4-7B992F844C69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3A488455-7C0F-40FE-B701-11A9DB4A832C}" type="sibTrans" cxnId="{E7B587CF-F489-4A36-9BF4-7B992F844C69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AE1BF3EF-F090-439C-A204-3CEA4739A821}">
      <dgm:prSet custT="1"/>
      <dgm:spPr/>
      <dgm:t>
        <a:bodyPr/>
        <a:lstStyle/>
        <a:p>
          <a:r>
            <a:rPr lang="en-IN" sz="1200">
              <a:latin typeface="+mj-lt"/>
            </a:rPr>
            <a:t>Co-Applicants KYC</a:t>
          </a:r>
        </a:p>
      </dgm:t>
    </dgm:pt>
    <dgm:pt modelId="{21317D33-69AB-484D-9C98-A652A20D0B46}" type="parTrans" cxnId="{84FE6944-6803-4DCA-8900-175529E36FBC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D5DEE4AF-0B91-40C4-9F8F-ECBBAFCC1C58}" type="sibTrans" cxnId="{84FE6944-6803-4DCA-8900-175529E36FBC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1464DCAA-CF2B-4FC8-9777-A2733014B365}">
      <dgm:prSet custT="1"/>
      <dgm:spPr/>
      <dgm:t>
        <a:bodyPr/>
        <a:lstStyle/>
        <a:p>
          <a:r>
            <a:rPr lang="en-IN" sz="1200">
              <a:latin typeface="+mj-lt"/>
            </a:rPr>
            <a:t>Loan Details</a:t>
          </a:r>
        </a:p>
      </dgm:t>
    </dgm:pt>
    <dgm:pt modelId="{1FD1B1B2-424D-48BA-A368-9EF43B5F3BC7}" type="parTrans" cxnId="{5C6A9AB2-3ADA-4954-B435-168A787ACEFC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004EB968-0996-4BB9-9BE1-FD62AAE539BA}" type="sibTrans" cxnId="{5C6A9AB2-3ADA-4954-B435-168A787ACEFC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3D672A17-712A-4C78-9091-1472EE2E3667}">
      <dgm:prSet custT="1"/>
      <dgm:spPr/>
      <dgm:t>
        <a:bodyPr/>
        <a:lstStyle/>
        <a:p>
          <a:r>
            <a:rPr lang="en-IN" sz="1200">
              <a:latin typeface="+mj-lt"/>
            </a:rPr>
            <a:t>Loan Amount</a:t>
          </a:r>
        </a:p>
      </dgm:t>
    </dgm:pt>
    <dgm:pt modelId="{0A0C08EC-1B84-443E-AE02-9FCBA72CBF6C}" type="parTrans" cxnId="{01997EF6-D5D6-4831-8724-E3D38B79D199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8870E2EA-093B-41E1-B623-63E5AFDE296D}" type="sibTrans" cxnId="{01997EF6-D5D6-4831-8724-E3D38B79D199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9B099F73-6021-4A7D-B3B3-F74C1B102810}">
      <dgm:prSet custT="1"/>
      <dgm:spPr/>
      <dgm:t>
        <a:bodyPr/>
        <a:lstStyle/>
        <a:p>
          <a:r>
            <a:rPr lang="en-IN" sz="1200">
              <a:latin typeface="+mj-lt"/>
            </a:rPr>
            <a:t>Tenure etc.</a:t>
          </a:r>
        </a:p>
      </dgm:t>
    </dgm:pt>
    <dgm:pt modelId="{675B7B7E-A5D6-4E18-81AC-020B52F14FF4}" type="parTrans" cxnId="{741D61BD-20E9-42F5-B4A1-AA24FD6C97C3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392651D6-6E90-4E9B-9F6E-5D831050B4C0}" type="sibTrans" cxnId="{741D61BD-20E9-42F5-B4A1-AA24FD6C97C3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75AEF2C4-6D16-4C88-8A38-4258085CD3D0}">
      <dgm:prSet custT="1"/>
      <dgm:spPr/>
      <dgm:t>
        <a:bodyPr/>
        <a:lstStyle/>
        <a:p>
          <a:r>
            <a:rPr lang="en-IN" sz="1200">
              <a:latin typeface="+mj-lt"/>
            </a:rPr>
            <a:t>Collateral Details</a:t>
          </a:r>
        </a:p>
      </dgm:t>
    </dgm:pt>
    <dgm:pt modelId="{EC8B4CC4-5687-47A2-B12B-057D6E8C270E}" type="parTrans" cxnId="{2E1DCB78-C40B-456B-936E-5A880BAD829F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C6FBADFE-D027-4517-B3EF-94C2A3083FCF}" type="sibTrans" cxnId="{2E1DCB78-C40B-456B-936E-5A880BAD829F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8A01B3D7-7836-42A1-AECA-6F2243FF7C16}">
      <dgm:prSet custT="1"/>
      <dgm:spPr/>
      <dgm:t>
        <a:bodyPr/>
        <a:lstStyle/>
        <a:p>
          <a:r>
            <a:rPr lang="en-IN" sz="1200">
              <a:latin typeface="+mj-lt"/>
            </a:rPr>
            <a:t>CRIF</a:t>
          </a:r>
        </a:p>
      </dgm:t>
    </dgm:pt>
    <dgm:pt modelId="{FC6C997B-FBFD-44FB-9AA4-AF97A9416C0E}" type="parTrans" cxnId="{359D9D8A-46B3-498D-8A51-C22AD0FDBEE2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C9F007B2-04D0-4353-974F-DBED35D8AE00}" type="sibTrans" cxnId="{359D9D8A-46B3-498D-8A51-C22AD0FDBEE2}">
      <dgm:prSet/>
      <dgm:spPr/>
      <dgm:t>
        <a:bodyPr/>
        <a:lstStyle/>
        <a:p>
          <a:endParaRPr lang="en-IN" sz="1200">
            <a:latin typeface="+mj-lt"/>
          </a:endParaRPr>
        </a:p>
      </dgm:t>
    </dgm:pt>
    <dgm:pt modelId="{D6FA1D9C-498D-4D01-87A1-6698124E13F6}" type="pres">
      <dgm:prSet presAssocID="{1957AD02-A4D7-40A5-A30D-9016A87251D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4EB13E6-8169-40F4-A1C7-12EE2942267E}" type="pres">
      <dgm:prSet presAssocID="{4D33F72A-E7FF-43E2-AB32-E7CCB0B2D25B}" presName="hierRoot1" presStyleCnt="0">
        <dgm:presLayoutVars>
          <dgm:hierBranch val="init"/>
        </dgm:presLayoutVars>
      </dgm:prSet>
      <dgm:spPr/>
    </dgm:pt>
    <dgm:pt modelId="{FC7F6905-A2A1-42B9-B369-BE7F6B30388D}" type="pres">
      <dgm:prSet presAssocID="{4D33F72A-E7FF-43E2-AB32-E7CCB0B2D25B}" presName="rootComposite1" presStyleCnt="0"/>
      <dgm:spPr/>
    </dgm:pt>
    <dgm:pt modelId="{70E17586-3F6C-4029-96D1-05069C48E8C0}" type="pres">
      <dgm:prSet presAssocID="{4D33F72A-E7FF-43E2-AB32-E7CCB0B2D25B}" presName="rootText1" presStyleLbl="node0" presStyleIdx="0" presStyleCnt="1">
        <dgm:presLayoutVars>
          <dgm:chPref val="3"/>
        </dgm:presLayoutVars>
      </dgm:prSet>
      <dgm:spPr/>
    </dgm:pt>
    <dgm:pt modelId="{E23F3976-ECD6-4779-AFD2-AD37453B6A1D}" type="pres">
      <dgm:prSet presAssocID="{4D33F72A-E7FF-43E2-AB32-E7CCB0B2D25B}" presName="rootConnector1" presStyleLbl="node1" presStyleIdx="0" presStyleCnt="0"/>
      <dgm:spPr/>
    </dgm:pt>
    <dgm:pt modelId="{20D19E71-FBB6-494F-8DD2-AF5ACEFB2B50}" type="pres">
      <dgm:prSet presAssocID="{4D33F72A-E7FF-43E2-AB32-E7CCB0B2D25B}" presName="hierChild2" presStyleCnt="0"/>
      <dgm:spPr/>
    </dgm:pt>
    <dgm:pt modelId="{98687B88-5691-4CD2-8FDC-0C8F73A54CB7}" type="pres">
      <dgm:prSet presAssocID="{8A612571-3213-4E2E-9137-6759FD4B7E37}" presName="Name37" presStyleLbl="parChTrans1D2" presStyleIdx="0" presStyleCnt="6"/>
      <dgm:spPr/>
    </dgm:pt>
    <dgm:pt modelId="{35671D09-344C-4346-95F6-70C65C7C3F26}" type="pres">
      <dgm:prSet presAssocID="{BAFF4635-299E-43FC-8A8C-D4427006C801}" presName="hierRoot2" presStyleCnt="0">
        <dgm:presLayoutVars>
          <dgm:hierBranch val="init"/>
        </dgm:presLayoutVars>
      </dgm:prSet>
      <dgm:spPr/>
    </dgm:pt>
    <dgm:pt modelId="{E7B17FD3-3F93-4C27-977A-C53FA157D7A2}" type="pres">
      <dgm:prSet presAssocID="{BAFF4635-299E-43FC-8A8C-D4427006C801}" presName="rootComposite" presStyleCnt="0"/>
      <dgm:spPr/>
    </dgm:pt>
    <dgm:pt modelId="{07905B90-E5D7-483C-9732-5D958396D334}" type="pres">
      <dgm:prSet presAssocID="{BAFF4635-299E-43FC-8A8C-D4427006C801}" presName="rootText" presStyleLbl="node2" presStyleIdx="0" presStyleCnt="6">
        <dgm:presLayoutVars>
          <dgm:chPref val="3"/>
        </dgm:presLayoutVars>
      </dgm:prSet>
      <dgm:spPr/>
    </dgm:pt>
    <dgm:pt modelId="{EEAA5B6E-FF26-451B-B24E-42D2C073894E}" type="pres">
      <dgm:prSet presAssocID="{BAFF4635-299E-43FC-8A8C-D4427006C801}" presName="rootConnector" presStyleLbl="node2" presStyleIdx="0" presStyleCnt="6"/>
      <dgm:spPr/>
    </dgm:pt>
    <dgm:pt modelId="{BC2A3806-12D0-498E-B684-425B567D0773}" type="pres">
      <dgm:prSet presAssocID="{BAFF4635-299E-43FC-8A8C-D4427006C801}" presName="hierChild4" presStyleCnt="0"/>
      <dgm:spPr/>
    </dgm:pt>
    <dgm:pt modelId="{97159DB8-8752-48FB-92D5-75406191892C}" type="pres">
      <dgm:prSet presAssocID="{47B2ED89-BC43-4E76-A310-E8E5D09959D4}" presName="Name37" presStyleLbl="parChTrans1D3" presStyleIdx="0" presStyleCnt="6"/>
      <dgm:spPr/>
    </dgm:pt>
    <dgm:pt modelId="{86632A6D-2D85-4D4F-86F7-0377797F5B2A}" type="pres">
      <dgm:prSet presAssocID="{FF2667AA-23AB-4ED8-AAF9-1A55AAB4F625}" presName="hierRoot2" presStyleCnt="0">
        <dgm:presLayoutVars>
          <dgm:hierBranch val="init"/>
        </dgm:presLayoutVars>
      </dgm:prSet>
      <dgm:spPr/>
    </dgm:pt>
    <dgm:pt modelId="{C2D5AB76-963F-4973-B342-4413002316CC}" type="pres">
      <dgm:prSet presAssocID="{FF2667AA-23AB-4ED8-AAF9-1A55AAB4F625}" presName="rootComposite" presStyleCnt="0"/>
      <dgm:spPr/>
    </dgm:pt>
    <dgm:pt modelId="{F15C969C-5608-47E7-ADE6-4DE32BE30E0A}" type="pres">
      <dgm:prSet presAssocID="{FF2667AA-23AB-4ED8-AAF9-1A55AAB4F625}" presName="rootText" presStyleLbl="node3" presStyleIdx="0" presStyleCnt="6">
        <dgm:presLayoutVars>
          <dgm:chPref val="3"/>
        </dgm:presLayoutVars>
      </dgm:prSet>
      <dgm:spPr/>
    </dgm:pt>
    <dgm:pt modelId="{F031A318-F8B3-4B63-BE0A-D5CB66E7D2AE}" type="pres">
      <dgm:prSet presAssocID="{FF2667AA-23AB-4ED8-AAF9-1A55AAB4F625}" presName="rootConnector" presStyleLbl="node3" presStyleIdx="0" presStyleCnt="6"/>
      <dgm:spPr/>
    </dgm:pt>
    <dgm:pt modelId="{BB23EF5D-53AA-4FEB-82D0-1A72EF65FB0B}" type="pres">
      <dgm:prSet presAssocID="{FF2667AA-23AB-4ED8-AAF9-1A55AAB4F625}" presName="hierChild4" presStyleCnt="0"/>
      <dgm:spPr/>
    </dgm:pt>
    <dgm:pt modelId="{05C0A1B9-39D7-4238-8541-5A896692D343}" type="pres">
      <dgm:prSet presAssocID="{FF2667AA-23AB-4ED8-AAF9-1A55AAB4F625}" presName="hierChild5" presStyleCnt="0"/>
      <dgm:spPr/>
    </dgm:pt>
    <dgm:pt modelId="{0A04E235-A1E8-470E-8726-16174C951571}" type="pres">
      <dgm:prSet presAssocID="{BAFF4635-299E-43FC-8A8C-D4427006C801}" presName="hierChild5" presStyleCnt="0"/>
      <dgm:spPr/>
    </dgm:pt>
    <dgm:pt modelId="{2346A8DD-D8C1-445A-98AD-05DFAC96CAE4}" type="pres">
      <dgm:prSet presAssocID="{17E7D081-A39B-4EA6-AF74-285411D7D232}" presName="Name37" presStyleLbl="parChTrans1D2" presStyleIdx="1" presStyleCnt="6"/>
      <dgm:spPr/>
    </dgm:pt>
    <dgm:pt modelId="{03D535BF-AF57-445F-B7BC-A3B6C73D43BD}" type="pres">
      <dgm:prSet presAssocID="{18257C20-02B8-49BE-9FFE-3E7AB177DFE1}" presName="hierRoot2" presStyleCnt="0">
        <dgm:presLayoutVars>
          <dgm:hierBranch val="init"/>
        </dgm:presLayoutVars>
      </dgm:prSet>
      <dgm:spPr/>
    </dgm:pt>
    <dgm:pt modelId="{5952F522-B694-4F69-9B94-170EF3696720}" type="pres">
      <dgm:prSet presAssocID="{18257C20-02B8-49BE-9FFE-3E7AB177DFE1}" presName="rootComposite" presStyleCnt="0"/>
      <dgm:spPr/>
    </dgm:pt>
    <dgm:pt modelId="{C5BE5F52-8E9D-42BC-B19C-F13EDC977684}" type="pres">
      <dgm:prSet presAssocID="{18257C20-02B8-49BE-9FFE-3E7AB177DFE1}" presName="rootText" presStyleLbl="node2" presStyleIdx="1" presStyleCnt="6">
        <dgm:presLayoutVars>
          <dgm:chPref val="3"/>
        </dgm:presLayoutVars>
      </dgm:prSet>
      <dgm:spPr/>
    </dgm:pt>
    <dgm:pt modelId="{59246EFE-0822-4BC5-9DD8-B76A20E3FE9F}" type="pres">
      <dgm:prSet presAssocID="{18257C20-02B8-49BE-9FFE-3E7AB177DFE1}" presName="rootConnector" presStyleLbl="node2" presStyleIdx="1" presStyleCnt="6"/>
      <dgm:spPr/>
    </dgm:pt>
    <dgm:pt modelId="{6995177E-C01E-4C71-B4D2-0194BCB75FC0}" type="pres">
      <dgm:prSet presAssocID="{18257C20-02B8-49BE-9FFE-3E7AB177DFE1}" presName="hierChild4" presStyleCnt="0"/>
      <dgm:spPr/>
    </dgm:pt>
    <dgm:pt modelId="{F9914FB7-6F58-4088-8BE1-D669016DD812}" type="pres">
      <dgm:prSet presAssocID="{EDC96AD8-FF7F-470C-8BE8-E8279CE6E7CF}" presName="Name37" presStyleLbl="parChTrans1D3" presStyleIdx="1" presStyleCnt="6"/>
      <dgm:spPr/>
    </dgm:pt>
    <dgm:pt modelId="{10A8A31F-4C2C-40F5-A24C-8991EC71163F}" type="pres">
      <dgm:prSet presAssocID="{076AA9D8-B530-4772-B8A5-677E0D83D996}" presName="hierRoot2" presStyleCnt="0">
        <dgm:presLayoutVars>
          <dgm:hierBranch val="init"/>
        </dgm:presLayoutVars>
      </dgm:prSet>
      <dgm:spPr/>
    </dgm:pt>
    <dgm:pt modelId="{69D41457-EEB4-4855-B670-7042192B26FE}" type="pres">
      <dgm:prSet presAssocID="{076AA9D8-B530-4772-B8A5-677E0D83D996}" presName="rootComposite" presStyleCnt="0"/>
      <dgm:spPr/>
    </dgm:pt>
    <dgm:pt modelId="{25A1BF83-86A9-440D-8096-E96A41F3EC8B}" type="pres">
      <dgm:prSet presAssocID="{076AA9D8-B530-4772-B8A5-677E0D83D996}" presName="rootText" presStyleLbl="node3" presStyleIdx="1" presStyleCnt="6">
        <dgm:presLayoutVars>
          <dgm:chPref val="3"/>
        </dgm:presLayoutVars>
      </dgm:prSet>
      <dgm:spPr/>
    </dgm:pt>
    <dgm:pt modelId="{BF3ADCF8-346A-46B3-BA47-8D4388EF1041}" type="pres">
      <dgm:prSet presAssocID="{076AA9D8-B530-4772-B8A5-677E0D83D996}" presName="rootConnector" presStyleLbl="node3" presStyleIdx="1" presStyleCnt="6"/>
      <dgm:spPr/>
    </dgm:pt>
    <dgm:pt modelId="{A716CC5E-4B1D-459D-B3E6-843EE3DDCE49}" type="pres">
      <dgm:prSet presAssocID="{076AA9D8-B530-4772-B8A5-677E0D83D996}" presName="hierChild4" presStyleCnt="0"/>
      <dgm:spPr/>
    </dgm:pt>
    <dgm:pt modelId="{F69E90E7-A4E1-4282-A37E-6E24199EAB6C}" type="pres">
      <dgm:prSet presAssocID="{076AA9D8-B530-4772-B8A5-677E0D83D996}" presName="hierChild5" presStyleCnt="0"/>
      <dgm:spPr/>
    </dgm:pt>
    <dgm:pt modelId="{503F9EB1-58EE-4B4F-B2E1-65F880477501}" type="pres">
      <dgm:prSet presAssocID="{18257C20-02B8-49BE-9FFE-3E7AB177DFE1}" presName="hierChild5" presStyleCnt="0"/>
      <dgm:spPr/>
    </dgm:pt>
    <dgm:pt modelId="{C4421D1E-1B40-4B9B-8BF1-01DB07AC2C45}" type="pres">
      <dgm:prSet presAssocID="{87A46A9A-5BE1-4A09-843F-925F15A87AB0}" presName="Name37" presStyleLbl="parChTrans1D2" presStyleIdx="2" presStyleCnt="6"/>
      <dgm:spPr/>
    </dgm:pt>
    <dgm:pt modelId="{23E84998-2061-4188-8644-E746C397C4BF}" type="pres">
      <dgm:prSet presAssocID="{6E3DA3FE-D06B-453D-BA6A-B4281990DBBF}" presName="hierRoot2" presStyleCnt="0">
        <dgm:presLayoutVars>
          <dgm:hierBranch val="init"/>
        </dgm:presLayoutVars>
      </dgm:prSet>
      <dgm:spPr/>
    </dgm:pt>
    <dgm:pt modelId="{EE519642-3ABC-42EF-B1A1-5CBAF5137153}" type="pres">
      <dgm:prSet presAssocID="{6E3DA3FE-D06B-453D-BA6A-B4281990DBBF}" presName="rootComposite" presStyleCnt="0"/>
      <dgm:spPr/>
    </dgm:pt>
    <dgm:pt modelId="{57D9817F-D62C-4000-9861-073BCD79CB1F}" type="pres">
      <dgm:prSet presAssocID="{6E3DA3FE-D06B-453D-BA6A-B4281990DBBF}" presName="rootText" presStyleLbl="node2" presStyleIdx="2" presStyleCnt="6">
        <dgm:presLayoutVars>
          <dgm:chPref val="3"/>
        </dgm:presLayoutVars>
      </dgm:prSet>
      <dgm:spPr/>
    </dgm:pt>
    <dgm:pt modelId="{B34C5BD2-7BDB-4D50-A255-766B6944DE18}" type="pres">
      <dgm:prSet presAssocID="{6E3DA3FE-D06B-453D-BA6A-B4281990DBBF}" presName="rootConnector" presStyleLbl="node2" presStyleIdx="2" presStyleCnt="6"/>
      <dgm:spPr/>
    </dgm:pt>
    <dgm:pt modelId="{3818DECF-B33A-4CA6-ADF9-2A17F9839CF2}" type="pres">
      <dgm:prSet presAssocID="{6E3DA3FE-D06B-453D-BA6A-B4281990DBBF}" presName="hierChild4" presStyleCnt="0"/>
      <dgm:spPr/>
    </dgm:pt>
    <dgm:pt modelId="{9E5608AA-1924-44F7-A6A1-6154A38C5FF4}" type="pres">
      <dgm:prSet presAssocID="{F8E5DB7A-A273-4DCB-93DA-3FACE8410161}" presName="Name37" presStyleLbl="parChTrans1D3" presStyleIdx="2" presStyleCnt="6"/>
      <dgm:spPr/>
    </dgm:pt>
    <dgm:pt modelId="{9155F85F-02D1-45DC-8420-522EFA1D0DD8}" type="pres">
      <dgm:prSet presAssocID="{09C9A8B5-941A-4D71-961C-C1E2DB518C28}" presName="hierRoot2" presStyleCnt="0">
        <dgm:presLayoutVars>
          <dgm:hierBranch val="init"/>
        </dgm:presLayoutVars>
      </dgm:prSet>
      <dgm:spPr/>
    </dgm:pt>
    <dgm:pt modelId="{3C662AD0-348A-455C-AD62-B82799109BEA}" type="pres">
      <dgm:prSet presAssocID="{09C9A8B5-941A-4D71-961C-C1E2DB518C28}" presName="rootComposite" presStyleCnt="0"/>
      <dgm:spPr/>
    </dgm:pt>
    <dgm:pt modelId="{1AAB5283-F42F-4447-BF1B-27E33FC66B76}" type="pres">
      <dgm:prSet presAssocID="{09C9A8B5-941A-4D71-961C-C1E2DB518C28}" presName="rootText" presStyleLbl="node3" presStyleIdx="2" presStyleCnt="6">
        <dgm:presLayoutVars>
          <dgm:chPref val="3"/>
        </dgm:presLayoutVars>
      </dgm:prSet>
      <dgm:spPr/>
    </dgm:pt>
    <dgm:pt modelId="{DBEA7D3A-C2A7-448E-A01D-E52C0624A1D1}" type="pres">
      <dgm:prSet presAssocID="{09C9A8B5-941A-4D71-961C-C1E2DB518C28}" presName="rootConnector" presStyleLbl="node3" presStyleIdx="2" presStyleCnt="6"/>
      <dgm:spPr/>
    </dgm:pt>
    <dgm:pt modelId="{D7CDC945-448E-421A-9687-0BAAC1CC6E27}" type="pres">
      <dgm:prSet presAssocID="{09C9A8B5-941A-4D71-961C-C1E2DB518C28}" presName="hierChild4" presStyleCnt="0"/>
      <dgm:spPr/>
    </dgm:pt>
    <dgm:pt modelId="{E037F89B-79DA-423B-BD13-E9C02ACCEC38}" type="pres">
      <dgm:prSet presAssocID="{09C9A8B5-941A-4D71-961C-C1E2DB518C28}" presName="hierChild5" presStyleCnt="0"/>
      <dgm:spPr/>
    </dgm:pt>
    <dgm:pt modelId="{1356F852-67AE-486C-AEEC-DED05E6723E0}" type="pres">
      <dgm:prSet presAssocID="{21317D33-69AB-484D-9C98-A652A20D0B46}" presName="Name37" presStyleLbl="parChTrans1D3" presStyleIdx="3" presStyleCnt="6"/>
      <dgm:spPr/>
    </dgm:pt>
    <dgm:pt modelId="{30777B77-37DC-43F4-BCDC-9EDD4F47C13C}" type="pres">
      <dgm:prSet presAssocID="{AE1BF3EF-F090-439C-A204-3CEA4739A821}" presName="hierRoot2" presStyleCnt="0">
        <dgm:presLayoutVars>
          <dgm:hierBranch val="init"/>
        </dgm:presLayoutVars>
      </dgm:prSet>
      <dgm:spPr/>
    </dgm:pt>
    <dgm:pt modelId="{DEA023F9-4D4B-40C5-B113-20E31D317427}" type="pres">
      <dgm:prSet presAssocID="{AE1BF3EF-F090-439C-A204-3CEA4739A821}" presName="rootComposite" presStyleCnt="0"/>
      <dgm:spPr/>
    </dgm:pt>
    <dgm:pt modelId="{9F92A888-DA7A-4923-A9F3-B5E2093BC929}" type="pres">
      <dgm:prSet presAssocID="{AE1BF3EF-F090-439C-A204-3CEA4739A821}" presName="rootText" presStyleLbl="node3" presStyleIdx="3" presStyleCnt="6">
        <dgm:presLayoutVars>
          <dgm:chPref val="3"/>
        </dgm:presLayoutVars>
      </dgm:prSet>
      <dgm:spPr/>
    </dgm:pt>
    <dgm:pt modelId="{D819A3B7-6108-45EE-BDA0-FD38CD34C46E}" type="pres">
      <dgm:prSet presAssocID="{AE1BF3EF-F090-439C-A204-3CEA4739A821}" presName="rootConnector" presStyleLbl="node3" presStyleIdx="3" presStyleCnt="6"/>
      <dgm:spPr/>
    </dgm:pt>
    <dgm:pt modelId="{A26D4A19-14DE-48CC-A9C3-41FD50BBE87A}" type="pres">
      <dgm:prSet presAssocID="{AE1BF3EF-F090-439C-A204-3CEA4739A821}" presName="hierChild4" presStyleCnt="0"/>
      <dgm:spPr/>
    </dgm:pt>
    <dgm:pt modelId="{40B5A192-1878-4B20-AFC1-EBB13687A44F}" type="pres">
      <dgm:prSet presAssocID="{AE1BF3EF-F090-439C-A204-3CEA4739A821}" presName="hierChild5" presStyleCnt="0"/>
      <dgm:spPr/>
    </dgm:pt>
    <dgm:pt modelId="{7C1AACDA-5886-4A8C-998F-16FB75B811E5}" type="pres">
      <dgm:prSet presAssocID="{6E3DA3FE-D06B-453D-BA6A-B4281990DBBF}" presName="hierChild5" presStyleCnt="0"/>
      <dgm:spPr/>
    </dgm:pt>
    <dgm:pt modelId="{8D6AAC8C-AE2C-4E8E-B2F3-138F77CA3693}" type="pres">
      <dgm:prSet presAssocID="{1FD1B1B2-424D-48BA-A368-9EF43B5F3BC7}" presName="Name37" presStyleLbl="parChTrans1D2" presStyleIdx="3" presStyleCnt="6"/>
      <dgm:spPr/>
    </dgm:pt>
    <dgm:pt modelId="{E2AF9C46-BB9C-4E14-AE46-FBF2873849AE}" type="pres">
      <dgm:prSet presAssocID="{1464DCAA-CF2B-4FC8-9777-A2733014B365}" presName="hierRoot2" presStyleCnt="0">
        <dgm:presLayoutVars>
          <dgm:hierBranch val="init"/>
        </dgm:presLayoutVars>
      </dgm:prSet>
      <dgm:spPr/>
    </dgm:pt>
    <dgm:pt modelId="{0612EE08-31D4-44D1-B846-9836C5945E11}" type="pres">
      <dgm:prSet presAssocID="{1464DCAA-CF2B-4FC8-9777-A2733014B365}" presName="rootComposite" presStyleCnt="0"/>
      <dgm:spPr/>
    </dgm:pt>
    <dgm:pt modelId="{C169F95C-97F1-4CD3-B4EC-3B21E073F355}" type="pres">
      <dgm:prSet presAssocID="{1464DCAA-CF2B-4FC8-9777-A2733014B365}" presName="rootText" presStyleLbl="node2" presStyleIdx="3" presStyleCnt="6">
        <dgm:presLayoutVars>
          <dgm:chPref val="3"/>
        </dgm:presLayoutVars>
      </dgm:prSet>
      <dgm:spPr/>
    </dgm:pt>
    <dgm:pt modelId="{BE795482-CB67-4F36-8CD2-F2B98C947F48}" type="pres">
      <dgm:prSet presAssocID="{1464DCAA-CF2B-4FC8-9777-A2733014B365}" presName="rootConnector" presStyleLbl="node2" presStyleIdx="3" presStyleCnt="6"/>
      <dgm:spPr/>
    </dgm:pt>
    <dgm:pt modelId="{BB2A4681-9F28-4025-9164-4CF686A23320}" type="pres">
      <dgm:prSet presAssocID="{1464DCAA-CF2B-4FC8-9777-A2733014B365}" presName="hierChild4" presStyleCnt="0"/>
      <dgm:spPr/>
    </dgm:pt>
    <dgm:pt modelId="{F0C4D509-77FA-4685-9C76-0AC251670BCD}" type="pres">
      <dgm:prSet presAssocID="{0A0C08EC-1B84-443E-AE02-9FCBA72CBF6C}" presName="Name37" presStyleLbl="parChTrans1D3" presStyleIdx="4" presStyleCnt="6"/>
      <dgm:spPr/>
    </dgm:pt>
    <dgm:pt modelId="{C1439A6D-FEB4-49A6-8F2F-EAEE25A15F9A}" type="pres">
      <dgm:prSet presAssocID="{3D672A17-712A-4C78-9091-1472EE2E3667}" presName="hierRoot2" presStyleCnt="0">
        <dgm:presLayoutVars>
          <dgm:hierBranch val="init"/>
        </dgm:presLayoutVars>
      </dgm:prSet>
      <dgm:spPr/>
    </dgm:pt>
    <dgm:pt modelId="{2AF81C56-BA89-4C40-9A8C-5DB0EF873795}" type="pres">
      <dgm:prSet presAssocID="{3D672A17-712A-4C78-9091-1472EE2E3667}" presName="rootComposite" presStyleCnt="0"/>
      <dgm:spPr/>
    </dgm:pt>
    <dgm:pt modelId="{7A71AE61-82A7-48A0-B9F6-2BC92377A1EF}" type="pres">
      <dgm:prSet presAssocID="{3D672A17-712A-4C78-9091-1472EE2E3667}" presName="rootText" presStyleLbl="node3" presStyleIdx="4" presStyleCnt="6">
        <dgm:presLayoutVars>
          <dgm:chPref val="3"/>
        </dgm:presLayoutVars>
      </dgm:prSet>
      <dgm:spPr/>
    </dgm:pt>
    <dgm:pt modelId="{E5D9E747-71B8-43BA-870F-51409AD8A86B}" type="pres">
      <dgm:prSet presAssocID="{3D672A17-712A-4C78-9091-1472EE2E3667}" presName="rootConnector" presStyleLbl="node3" presStyleIdx="4" presStyleCnt="6"/>
      <dgm:spPr/>
    </dgm:pt>
    <dgm:pt modelId="{A7983E9F-493A-49FD-BB44-365E5916A489}" type="pres">
      <dgm:prSet presAssocID="{3D672A17-712A-4C78-9091-1472EE2E3667}" presName="hierChild4" presStyleCnt="0"/>
      <dgm:spPr/>
    </dgm:pt>
    <dgm:pt modelId="{BAC2F46C-BB5F-493D-9534-941A2DCEE7D9}" type="pres">
      <dgm:prSet presAssocID="{3D672A17-712A-4C78-9091-1472EE2E3667}" presName="hierChild5" presStyleCnt="0"/>
      <dgm:spPr/>
    </dgm:pt>
    <dgm:pt modelId="{6204E7CB-1FC0-471A-8C56-20292634FAD4}" type="pres">
      <dgm:prSet presAssocID="{675B7B7E-A5D6-4E18-81AC-020B52F14FF4}" presName="Name37" presStyleLbl="parChTrans1D3" presStyleIdx="5" presStyleCnt="6"/>
      <dgm:spPr/>
    </dgm:pt>
    <dgm:pt modelId="{26EA12CD-00E4-433D-A648-22959456A2BA}" type="pres">
      <dgm:prSet presAssocID="{9B099F73-6021-4A7D-B3B3-F74C1B102810}" presName="hierRoot2" presStyleCnt="0">
        <dgm:presLayoutVars>
          <dgm:hierBranch val="init"/>
        </dgm:presLayoutVars>
      </dgm:prSet>
      <dgm:spPr/>
    </dgm:pt>
    <dgm:pt modelId="{FFD21FB8-F033-49D2-BD49-E61597113445}" type="pres">
      <dgm:prSet presAssocID="{9B099F73-6021-4A7D-B3B3-F74C1B102810}" presName="rootComposite" presStyleCnt="0"/>
      <dgm:spPr/>
    </dgm:pt>
    <dgm:pt modelId="{62BEB9F2-D4DF-4574-BC13-43D67CA208AE}" type="pres">
      <dgm:prSet presAssocID="{9B099F73-6021-4A7D-B3B3-F74C1B102810}" presName="rootText" presStyleLbl="node3" presStyleIdx="5" presStyleCnt="6">
        <dgm:presLayoutVars>
          <dgm:chPref val="3"/>
        </dgm:presLayoutVars>
      </dgm:prSet>
      <dgm:spPr/>
    </dgm:pt>
    <dgm:pt modelId="{ABDDE983-7D3A-4937-9B0D-69BBF70FBA2A}" type="pres">
      <dgm:prSet presAssocID="{9B099F73-6021-4A7D-B3B3-F74C1B102810}" presName="rootConnector" presStyleLbl="node3" presStyleIdx="5" presStyleCnt="6"/>
      <dgm:spPr/>
    </dgm:pt>
    <dgm:pt modelId="{F7C2A896-D031-442B-BF94-0A81D0A33A9D}" type="pres">
      <dgm:prSet presAssocID="{9B099F73-6021-4A7D-B3B3-F74C1B102810}" presName="hierChild4" presStyleCnt="0"/>
      <dgm:spPr/>
    </dgm:pt>
    <dgm:pt modelId="{08CB67CC-76B2-4537-9768-A5D588F691B1}" type="pres">
      <dgm:prSet presAssocID="{9B099F73-6021-4A7D-B3B3-F74C1B102810}" presName="hierChild5" presStyleCnt="0"/>
      <dgm:spPr/>
    </dgm:pt>
    <dgm:pt modelId="{2DCD76A7-3502-44BF-BC10-DA5640EC403B}" type="pres">
      <dgm:prSet presAssocID="{1464DCAA-CF2B-4FC8-9777-A2733014B365}" presName="hierChild5" presStyleCnt="0"/>
      <dgm:spPr/>
    </dgm:pt>
    <dgm:pt modelId="{F67161B7-10EA-47CF-9149-079A4D97E4A9}" type="pres">
      <dgm:prSet presAssocID="{EC8B4CC4-5687-47A2-B12B-057D6E8C270E}" presName="Name37" presStyleLbl="parChTrans1D2" presStyleIdx="4" presStyleCnt="6"/>
      <dgm:spPr/>
    </dgm:pt>
    <dgm:pt modelId="{D4C71477-DA25-43A1-9797-6E9F144FC48E}" type="pres">
      <dgm:prSet presAssocID="{75AEF2C4-6D16-4C88-8A38-4258085CD3D0}" presName="hierRoot2" presStyleCnt="0">
        <dgm:presLayoutVars>
          <dgm:hierBranch val="init"/>
        </dgm:presLayoutVars>
      </dgm:prSet>
      <dgm:spPr/>
    </dgm:pt>
    <dgm:pt modelId="{CB993CE4-262D-438C-8197-2470E105E3F2}" type="pres">
      <dgm:prSet presAssocID="{75AEF2C4-6D16-4C88-8A38-4258085CD3D0}" presName="rootComposite" presStyleCnt="0"/>
      <dgm:spPr/>
    </dgm:pt>
    <dgm:pt modelId="{3AE3798A-E5F4-4A81-A418-C99B63AF49F0}" type="pres">
      <dgm:prSet presAssocID="{75AEF2C4-6D16-4C88-8A38-4258085CD3D0}" presName="rootText" presStyleLbl="node2" presStyleIdx="4" presStyleCnt="6">
        <dgm:presLayoutVars>
          <dgm:chPref val="3"/>
        </dgm:presLayoutVars>
      </dgm:prSet>
      <dgm:spPr/>
    </dgm:pt>
    <dgm:pt modelId="{234DA3E2-D4AA-4CD8-9184-044BF4C20C29}" type="pres">
      <dgm:prSet presAssocID="{75AEF2C4-6D16-4C88-8A38-4258085CD3D0}" presName="rootConnector" presStyleLbl="node2" presStyleIdx="4" presStyleCnt="6"/>
      <dgm:spPr/>
    </dgm:pt>
    <dgm:pt modelId="{5113F7BC-98BB-4929-AE5A-A0FA6DD53094}" type="pres">
      <dgm:prSet presAssocID="{75AEF2C4-6D16-4C88-8A38-4258085CD3D0}" presName="hierChild4" presStyleCnt="0"/>
      <dgm:spPr/>
    </dgm:pt>
    <dgm:pt modelId="{F3768240-837B-47F0-A968-4119EF7175F2}" type="pres">
      <dgm:prSet presAssocID="{75AEF2C4-6D16-4C88-8A38-4258085CD3D0}" presName="hierChild5" presStyleCnt="0"/>
      <dgm:spPr/>
    </dgm:pt>
    <dgm:pt modelId="{570B57FA-58B2-41EC-9031-F80C53D949DD}" type="pres">
      <dgm:prSet presAssocID="{FC6C997B-FBFD-44FB-9AA4-AF97A9416C0E}" presName="Name37" presStyleLbl="parChTrans1D2" presStyleIdx="5" presStyleCnt="6"/>
      <dgm:spPr/>
    </dgm:pt>
    <dgm:pt modelId="{9B0B4BDD-791F-4ED9-9856-9DDDDA9FFCAD}" type="pres">
      <dgm:prSet presAssocID="{8A01B3D7-7836-42A1-AECA-6F2243FF7C16}" presName="hierRoot2" presStyleCnt="0">
        <dgm:presLayoutVars>
          <dgm:hierBranch val="init"/>
        </dgm:presLayoutVars>
      </dgm:prSet>
      <dgm:spPr/>
    </dgm:pt>
    <dgm:pt modelId="{B8A2BC0A-A20A-4CF0-8650-E468915899AC}" type="pres">
      <dgm:prSet presAssocID="{8A01B3D7-7836-42A1-AECA-6F2243FF7C16}" presName="rootComposite" presStyleCnt="0"/>
      <dgm:spPr/>
    </dgm:pt>
    <dgm:pt modelId="{8A3B4D53-A69B-49F1-B1C8-7BE38E5C727D}" type="pres">
      <dgm:prSet presAssocID="{8A01B3D7-7836-42A1-AECA-6F2243FF7C16}" presName="rootText" presStyleLbl="node2" presStyleIdx="5" presStyleCnt="6">
        <dgm:presLayoutVars>
          <dgm:chPref val="3"/>
        </dgm:presLayoutVars>
      </dgm:prSet>
      <dgm:spPr/>
    </dgm:pt>
    <dgm:pt modelId="{556DE059-2980-4681-966F-2D072670B4F4}" type="pres">
      <dgm:prSet presAssocID="{8A01B3D7-7836-42A1-AECA-6F2243FF7C16}" presName="rootConnector" presStyleLbl="node2" presStyleIdx="5" presStyleCnt="6"/>
      <dgm:spPr/>
    </dgm:pt>
    <dgm:pt modelId="{B77E5456-E9FA-42A4-B6BC-2769E21B1FFA}" type="pres">
      <dgm:prSet presAssocID="{8A01B3D7-7836-42A1-AECA-6F2243FF7C16}" presName="hierChild4" presStyleCnt="0"/>
      <dgm:spPr/>
    </dgm:pt>
    <dgm:pt modelId="{6AB3EF54-A9A9-4076-91DD-3AE55F171F39}" type="pres">
      <dgm:prSet presAssocID="{8A01B3D7-7836-42A1-AECA-6F2243FF7C16}" presName="hierChild5" presStyleCnt="0"/>
      <dgm:spPr/>
    </dgm:pt>
    <dgm:pt modelId="{B5293D6C-2460-4AE5-A092-F3D05EC8DB51}" type="pres">
      <dgm:prSet presAssocID="{4D33F72A-E7FF-43E2-AB32-E7CCB0B2D25B}" presName="hierChild3" presStyleCnt="0"/>
      <dgm:spPr/>
    </dgm:pt>
  </dgm:ptLst>
  <dgm:cxnLst>
    <dgm:cxn modelId="{D6F00F07-2FB6-43D8-87A8-F6F798E0A1AB}" type="presOf" srcId="{FC6C997B-FBFD-44FB-9AA4-AF97A9416C0E}" destId="{570B57FA-58B2-41EC-9031-F80C53D949DD}" srcOrd="0" destOrd="0" presId="urn:microsoft.com/office/officeart/2005/8/layout/orgChart1"/>
    <dgm:cxn modelId="{A0F74A0D-799B-4B10-B706-8B22338BC8FB}" srcId="{4D33F72A-E7FF-43E2-AB32-E7CCB0B2D25B}" destId="{18257C20-02B8-49BE-9FFE-3E7AB177DFE1}" srcOrd="1" destOrd="0" parTransId="{17E7D081-A39B-4EA6-AF74-285411D7D232}" sibTransId="{0F4BB69C-A6D5-48E4-B3B4-3AFF27181802}"/>
    <dgm:cxn modelId="{54095B0E-3C70-4FDE-9BF3-C9E32B0BF83D}" type="presOf" srcId="{75AEF2C4-6D16-4C88-8A38-4258085CD3D0}" destId="{3AE3798A-E5F4-4A81-A418-C99B63AF49F0}" srcOrd="0" destOrd="0" presId="urn:microsoft.com/office/officeart/2005/8/layout/orgChart1"/>
    <dgm:cxn modelId="{CB450710-3C7B-4C80-BC9C-44BFD4FEEB06}" type="presOf" srcId="{8A01B3D7-7836-42A1-AECA-6F2243FF7C16}" destId="{8A3B4D53-A69B-49F1-B1C8-7BE38E5C727D}" srcOrd="0" destOrd="0" presId="urn:microsoft.com/office/officeart/2005/8/layout/orgChart1"/>
    <dgm:cxn modelId="{4A2BFD16-ACD7-41AE-A061-A8CF40C4F5DD}" type="presOf" srcId="{8A612571-3213-4E2E-9137-6759FD4B7E37}" destId="{98687B88-5691-4CD2-8FDC-0C8F73A54CB7}" srcOrd="0" destOrd="0" presId="urn:microsoft.com/office/officeart/2005/8/layout/orgChart1"/>
    <dgm:cxn modelId="{F34CC819-2091-4C3F-8D45-945EB546F716}" srcId="{18257C20-02B8-49BE-9FFE-3E7AB177DFE1}" destId="{076AA9D8-B530-4772-B8A5-677E0D83D996}" srcOrd="0" destOrd="0" parTransId="{EDC96AD8-FF7F-470C-8BE8-E8279CE6E7CF}" sibTransId="{D9BC3BC0-97A4-4888-9DDC-6BA8EC7ABDF5}"/>
    <dgm:cxn modelId="{32A34521-F990-4C83-9DDE-16C5288A636E}" type="presOf" srcId="{4D33F72A-E7FF-43E2-AB32-E7CCB0B2D25B}" destId="{E23F3976-ECD6-4779-AFD2-AD37453B6A1D}" srcOrd="1" destOrd="0" presId="urn:microsoft.com/office/officeart/2005/8/layout/orgChart1"/>
    <dgm:cxn modelId="{38176E21-9464-4A6D-8A79-73F49DFE7052}" type="presOf" srcId="{3D672A17-712A-4C78-9091-1472EE2E3667}" destId="{E5D9E747-71B8-43BA-870F-51409AD8A86B}" srcOrd="1" destOrd="0" presId="urn:microsoft.com/office/officeart/2005/8/layout/orgChart1"/>
    <dgm:cxn modelId="{B0820824-9824-4E64-8AB6-67AF7E5F940D}" type="presOf" srcId="{18257C20-02B8-49BE-9FFE-3E7AB177DFE1}" destId="{59246EFE-0822-4BC5-9DD8-B76A20E3FE9F}" srcOrd="1" destOrd="0" presId="urn:microsoft.com/office/officeart/2005/8/layout/orgChart1"/>
    <dgm:cxn modelId="{6C2E1C26-3ECB-4E7A-89B1-5CCF182E668C}" type="presOf" srcId="{0A0C08EC-1B84-443E-AE02-9FCBA72CBF6C}" destId="{F0C4D509-77FA-4685-9C76-0AC251670BCD}" srcOrd="0" destOrd="0" presId="urn:microsoft.com/office/officeart/2005/8/layout/orgChart1"/>
    <dgm:cxn modelId="{9BC66C2C-DE41-45B4-A8EC-FF05FDAE0ABE}" srcId="{1957AD02-A4D7-40A5-A30D-9016A87251D3}" destId="{4D33F72A-E7FF-43E2-AB32-E7CCB0B2D25B}" srcOrd="0" destOrd="0" parTransId="{DA4BDC1C-BD86-49FE-8BD0-B9EE2D59C5A2}" sibTransId="{16692600-22CA-4442-8644-C7A653BFB9A0}"/>
    <dgm:cxn modelId="{38DFDC2E-BCCA-4731-B824-864CBD0A8752}" type="presOf" srcId="{FF2667AA-23AB-4ED8-AAF9-1A55AAB4F625}" destId="{F031A318-F8B3-4B63-BE0A-D5CB66E7D2AE}" srcOrd="1" destOrd="0" presId="urn:microsoft.com/office/officeart/2005/8/layout/orgChart1"/>
    <dgm:cxn modelId="{964EFB31-59B9-46A7-B0A6-72B25390D5E4}" type="presOf" srcId="{47B2ED89-BC43-4E76-A310-E8E5D09959D4}" destId="{97159DB8-8752-48FB-92D5-75406191892C}" srcOrd="0" destOrd="0" presId="urn:microsoft.com/office/officeart/2005/8/layout/orgChart1"/>
    <dgm:cxn modelId="{DC76B73C-9016-4D45-8D96-5BDCF4EB2CAC}" type="presOf" srcId="{17E7D081-A39B-4EA6-AF74-285411D7D232}" destId="{2346A8DD-D8C1-445A-98AD-05DFAC96CAE4}" srcOrd="0" destOrd="0" presId="urn:microsoft.com/office/officeart/2005/8/layout/orgChart1"/>
    <dgm:cxn modelId="{DE861340-F43C-44F0-8862-D89992863BB5}" type="presOf" srcId="{09C9A8B5-941A-4D71-961C-C1E2DB518C28}" destId="{1AAB5283-F42F-4447-BF1B-27E33FC66B76}" srcOrd="0" destOrd="0" presId="urn:microsoft.com/office/officeart/2005/8/layout/orgChart1"/>
    <dgm:cxn modelId="{165F7263-FDD3-4B86-B86B-97FC7BFF6D07}" srcId="{BAFF4635-299E-43FC-8A8C-D4427006C801}" destId="{FF2667AA-23AB-4ED8-AAF9-1A55AAB4F625}" srcOrd="0" destOrd="0" parTransId="{47B2ED89-BC43-4E76-A310-E8E5D09959D4}" sibTransId="{7D2C2E6F-3D25-4956-8B76-7A64E22FD133}"/>
    <dgm:cxn modelId="{84FE6944-6803-4DCA-8900-175529E36FBC}" srcId="{6E3DA3FE-D06B-453D-BA6A-B4281990DBBF}" destId="{AE1BF3EF-F090-439C-A204-3CEA4739A821}" srcOrd="1" destOrd="0" parTransId="{21317D33-69AB-484D-9C98-A652A20D0B46}" sibTransId="{D5DEE4AF-0B91-40C4-9F8F-ECBBAFCC1C58}"/>
    <dgm:cxn modelId="{265E7444-86F5-4ACD-92C9-B5A79D9A85B7}" type="presOf" srcId="{87A46A9A-5BE1-4A09-843F-925F15A87AB0}" destId="{C4421D1E-1B40-4B9B-8BF1-01DB07AC2C45}" srcOrd="0" destOrd="0" presId="urn:microsoft.com/office/officeart/2005/8/layout/orgChart1"/>
    <dgm:cxn modelId="{789F9B46-3122-4E66-B28A-6FEC3612312B}" type="presOf" srcId="{1464DCAA-CF2B-4FC8-9777-A2733014B365}" destId="{C169F95C-97F1-4CD3-B4EC-3B21E073F355}" srcOrd="0" destOrd="0" presId="urn:microsoft.com/office/officeart/2005/8/layout/orgChart1"/>
    <dgm:cxn modelId="{FAFDCD69-B0CF-495F-8F06-326B0AADC092}" type="presOf" srcId="{FF2667AA-23AB-4ED8-AAF9-1A55AAB4F625}" destId="{F15C969C-5608-47E7-ADE6-4DE32BE30E0A}" srcOrd="0" destOrd="0" presId="urn:microsoft.com/office/officeart/2005/8/layout/orgChart1"/>
    <dgm:cxn modelId="{EA21854A-288C-49D7-A3B3-405473340DAD}" type="presOf" srcId="{4D33F72A-E7FF-43E2-AB32-E7CCB0B2D25B}" destId="{70E17586-3F6C-4029-96D1-05069C48E8C0}" srcOrd="0" destOrd="0" presId="urn:microsoft.com/office/officeart/2005/8/layout/orgChart1"/>
    <dgm:cxn modelId="{FC636670-AAC9-4887-976D-C145EA66DB70}" type="presOf" srcId="{BAFF4635-299E-43FC-8A8C-D4427006C801}" destId="{EEAA5B6E-FF26-451B-B24E-42D2C073894E}" srcOrd="1" destOrd="0" presId="urn:microsoft.com/office/officeart/2005/8/layout/orgChart1"/>
    <dgm:cxn modelId="{5B4DBA53-E00E-4E04-AB7E-03497B00957C}" type="presOf" srcId="{076AA9D8-B530-4772-B8A5-677E0D83D996}" destId="{BF3ADCF8-346A-46B3-BA47-8D4388EF1041}" srcOrd="1" destOrd="0" presId="urn:microsoft.com/office/officeart/2005/8/layout/orgChart1"/>
    <dgm:cxn modelId="{B1EADE53-CD1F-4841-9535-72D1708142B8}" type="presOf" srcId="{AE1BF3EF-F090-439C-A204-3CEA4739A821}" destId="{9F92A888-DA7A-4923-A9F3-B5E2093BC929}" srcOrd="0" destOrd="0" presId="urn:microsoft.com/office/officeart/2005/8/layout/orgChart1"/>
    <dgm:cxn modelId="{A9B12358-598F-4569-BA1F-3E3593721219}" type="presOf" srcId="{1464DCAA-CF2B-4FC8-9777-A2733014B365}" destId="{BE795482-CB67-4F36-8CD2-F2B98C947F48}" srcOrd="1" destOrd="0" presId="urn:microsoft.com/office/officeart/2005/8/layout/orgChart1"/>
    <dgm:cxn modelId="{2E1DCB78-C40B-456B-936E-5A880BAD829F}" srcId="{4D33F72A-E7FF-43E2-AB32-E7CCB0B2D25B}" destId="{75AEF2C4-6D16-4C88-8A38-4258085CD3D0}" srcOrd="4" destOrd="0" parTransId="{EC8B4CC4-5687-47A2-B12B-057D6E8C270E}" sibTransId="{C6FBADFE-D027-4517-B3EF-94C2A3083FCF}"/>
    <dgm:cxn modelId="{0527AC7A-5FA4-4F73-B468-5E316F639A99}" type="presOf" srcId="{09C9A8B5-941A-4D71-961C-C1E2DB518C28}" destId="{DBEA7D3A-C2A7-448E-A01D-E52C0624A1D1}" srcOrd="1" destOrd="0" presId="urn:microsoft.com/office/officeart/2005/8/layout/orgChart1"/>
    <dgm:cxn modelId="{EE3A647C-710D-4305-BEC1-99A34FC54C5B}" type="presOf" srcId="{8A01B3D7-7836-42A1-AECA-6F2243FF7C16}" destId="{556DE059-2980-4681-966F-2D072670B4F4}" srcOrd="1" destOrd="0" presId="urn:microsoft.com/office/officeart/2005/8/layout/orgChart1"/>
    <dgm:cxn modelId="{F5D9AA81-0618-4074-B5DC-8DD1B94F8252}" type="presOf" srcId="{3D672A17-712A-4C78-9091-1472EE2E3667}" destId="{7A71AE61-82A7-48A0-B9F6-2BC92377A1EF}" srcOrd="0" destOrd="0" presId="urn:microsoft.com/office/officeart/2005/8/layout/orgChart1"/>
    <dgm:cxn modelId="{C277F384-0C47-4686-A8BB-4F6884AE5382}" type="presOf" srcId="{18257C20-02B8-49BE-9FFE-3E7AB177DFE1}" destId="{C5BE5F52-8E9D-42BC-B19C-F13EDC977684}" srcOrd="0" destOrd="0" presId="urn:microsoft.com/office/officeart/2005/8/layout/orgChart1"/>
    <dgm:cxn modelId="{1A9AC987-CC91-4B53-B02A-0D31D5433922}" type="presOf" srcId="{EC8B4CC4-5687-47A2-B12B-057D6E8C270E}" destId="{F67161B7-10EA-47CF-9149-079A4D97E4A9}" srcOrd="0" destOrd="0" presId="urn:microsoft.com/office/officeart/2005/8/layout/orgChart1"/>
    <dgm:cxn modelId="{5ED2A788-2715-4A1C-92A6-70CB98A27F1D}" type="presOf" srcId="{675B7B7E-A5D6-4E18-81AC-020B52F14FF4}" destId="{6204E7CB-1FC0-471A-8C56-20292634FAD4}" srcOrd="0" destOrd="0" presId="urn:microsoft.com/office/officeart/2005/8/layout/orgChart1"/>
    <dgm:cxn modelId="{359D9D8A-46B3-498D-8A51-C22AD0FDBEE2}" srcId="{4D33F72A-E7FF-43E2-AB32-E7CCB0B2D25B}" destId="{8A01B3D7-7836-42A1-AECA-6F2243FF7C16}" srcOrd="5" destOrd="0" parTransId="{FC6C997B-FBFD-44FB-9AA4-AF97A9416C0E}" sibTransId="{C9F007B2-04D0-4353-974F-DBED35D8AE00}"/>
    <dgm:cxn modelId="{222EF593-3F6A-4E01-A50C-181B761EA403}" type="presOf" srcId="{6E3DA3FE-D06B-453D-BA6A-B4281990DBBF}" destId="{B34C5BD2-7BDB-4D50-A255-766B6944DE18}" srcOrd="1" destOrd="0" presId="urn:microsoft.com/office/officeart/2005/8/layout/orgChart1"/>
    <dgm:cxn modelId="{98B5DDA4-D06D-43E3-A3DD-82EE0332C9FB}" type="presOf" srcId="{076AA9D8-B530-4772-B8A5-677E0D83D996}" destId="{25A1BF83-86A9-440D-8096-E96A41F3EC8B}" srcOrd="0" destOrd="0" presId="urn:microsoft.com/office/officeart/2005/8/layout/orgChart1"/>
    <dgm:cxn modelId="{1009BBA8-0018-44FC-8096-DAF35ED41748}" type="presOf" srcId="{AE1BF3EF-F090-439C-A204-3CEA4739A821}" destId="{D819A3B7-6108-45EE-BDA0-FD38CD34C46E}" srcOrd="1" destOrd="0" presId="urn:microsoft.com/office/officeart/2005/8/layout/orgChart1"/>
    <dgm:cxn modelId="{5C6A9AB2-3ADA-4954-B435-168A787ACEFC}" srcId="{4D33F72A-E7FF-43E2-AB32-E7CCB0B2D25B}" destId="{1464DCAA-CF2B-4FC8-9777-A2733014B365}" srcOrd="3" destOrd="0" parTransId="{1FD1B1B2-424D-48BA-A368-9EF43B5F3BC7}" sibTransId="{004EB968-0996-4BB9-9BE1-FD62AAE539BA}"/>
    <dgm:cxn modelId="{4DE00FB3-9B7D-488C-AA29-BA9C2A8450AA}" type="presOf" srcId="{1957AD02-A4D7-40A5-A30D-9016A87251D3}" destId="{D6FA1D9C-498D-4D01-87A1-6698124E13F6}" srcOrd="0" destOrd="0" presId="urn:microsoft.com/office/officeart/2005/8/layout/orgChart1"/>
    <dgm:cxn modelId="{290F3BB5-CF4A-4974-B37C-0B71A57EAA19}" type="presOf" srcId="{21317D33-69AB-484D-9C98-A652A20D0B46}" destId="{1356F852-67AE-486C-AEEC-DED05E6723E0}" srcOrd="0" destOrd="0" presId="urn:microsoft.com/office/officeart/2005/8/layout/orgChart1"/>
    <dgm:cxn modelId="{D08E8BB8-76EE-4CDE-9835-44309F7ACB70}" type="presOf" srcId="{EDC96AD8-FF7F-470C-8BE8-E8279CE6E7CF}" destId="{F9914FB7-6F58-4088-8BE1-D669016DD812}" srcOrd="0" destOrd="0" presId="urn:microsoft.com/office/officeart/2005/8/layout/orgChart1"/>
    <dgm:cxn modelId="{142CDEBA-C686-4DB2-98BB-B45DDF31F57F}" type="presOf" srcId="{F8E5DB7A-A273-4DCB-93DA-3FACE8410161}" destId="{9E5608AA-1924-44F7-A6A1-6154A38C5FF4}" srcOrd="0" destOrd="0" presId="urn:microsoft.com/office/officeart/2005/8/layout/orgChart1"/>
    <dgm:cxn modelId="{741D61BD-20E9-42F5-B4A1-AA24FD6C97C3}" srcId="{1464DCAA-CF2B-4FC8-9777-A2733014B365}" destId="{9B099F73-6021-4A7D-B3B3-F74C1B102810}" srcOrd="1" destOrd="0" parTransId="{675B7B7E-A5D6-4E18-81AC-020B52F14FF4}" sibTransId="{392651D6-6E90-4E9B-9F6E-5D831050B4C0}"/>
    <dgm:cxn modelId="{9497C5C0-9B32-48C6-B99F-D54C954478BA}" type="presOf" srcId="{75AEF2C4-6D16-4C88-8A38-4258085CD3D0}" destId="{234DA3E2-D4AA-4CD8-9184-044BF4C20C29}" srcOrd="1" destOrd="0" presId="urn:microsoft.com/office/officeart/2005/8/layout/orgChart1"/>
    <dgm:cxn modelId="{6A46C6C2-64F3-45C3-8E68-1C8FD118F23D}" type="presOf" srcId="{6E3DA3FE-D06B-453D-BA6A-B4281990DBBF}" destId="{57D9817F-D62C-4000-9861-073BCD79CB1F}" srcOrd="0" destOrd="0" presId="urn:microsoft.com/office/officeart/2005/8/layout/orgChart1"/>
    <dgm:cxn modelId="{AB0201CB-4931-4DCD-89A9-4D8893A3F08E}" type="presOf" srcId="{BAFF4635-299E-43FC-8A8C-D4427006C801}" destId="{07905B90-E5D7-483C-9732-5D958396D334}" srcOrd="0" destOrd="0" presId="urn:microsoft.com/office/officeart/2005/8/layout/orgChart1"/>
    <dgm:cxn modelId="{3EA584CB-3507-4F95-A3A4-F004A9F55B41}" srcId="{4D33F72A-E7FF-43E2-AB32-E7CCB0B2D25B}" destId="{BAFF4635-299E-43FC-8A8C-D4427006C801}" srcOrd="0" destOrd="0" parTransId="{8A612571-3213-4E2E-9137-6759FD4B7E37}" sibTransId="{653DDFE5-772A-4BD4-95DE-86A54B99ECBC}"/>
    <dgm:cxn modelId="{990976CC-1538-494D-A806-8CDD853787E7}" type="presOf" srcId="{9B099F73-6021-4A7D-B3B3-F74C1B102810}" destId="{62BEB9F2-D4DF-4574-BC13-43D67CA208AE}" srcOrd="0" destOrd="0" presId="urn:microsoft.com/office/officeart/2005/8/layout/orgChart1"/>
    <dgm:cxn modelId="{E7B587CF-F489-4A36-9BF4-7B992F844C69}" srcId="{6E3DA3FE-D06B-453D-BA6A-B4281990DBBF}" destId="{09C9A8B5-941A-4D71-961C-C1E2DB518C28}" srcOrd="0" destOrd="0" parTransId="{F8E5DB7A-A273-4DCB-93DA-3FACE8410161}" sibTransId="{3A488455-7C0F-40FE-B701-11A9DB4A832C}"/>
    <dgm:cxn modelId="{21E117DB-D8CA-4DC8-886C-B39090F75800}" type="presOf" srcId="{1FD1B1B2-424D-48BA-A368-9EF43B5F3BC7}" destId="{8D6AAC8C-AE2C-4E8E-B2F3-138F77CA3693}" srcOrd="0" destOrd="0" presId="urn:microsoft.com/office/officeart/2005/8/layout/orgChart1"/>
    <dgm:cxn modelId="{DF43BEDE-CE19-4B1C-A881-21F9FF75DD95}" srcId="{4D33F72A-E7FF-43E2-AB32-E7CCB0B2D25B}" destId="{6E3DA3FE-D06B-453D-BA6A-B4281990DBBF}" srcOrd="2" destOrd="0" parTransId="{87A46A9A-5BE1-4A09-843F-925F15A87AB0}" sibTransId="{04C7A9E5-4602-44F4-AAE9-BFF0EA64FE99}"/>
    <dgm:cxn modelId="{4B5AA7E0-C86C-4028-90FE-4EC60031C5D4}" type="presOf" srcId="{9B099F73-6021-4A7D-B3B3-F74C1B102810}" destId="{ABDDE983-7D3A-4937-9B0D-69BBF70FBA2A}" srcOrd="1" destOrd="0" presId="urn:microsoft.com/office/officeart/2005/8/layout/orgChart1"/>
    <dgm:cxn modelId="{01997EF6-D5D6-4831-8724-E3D38B79D199}" srcId="{1464DCAA-CF2B-4FC8-9777-A2733014B365}" destId="{3D672A17-712A-4C78-9091-1472EE2E3667}" srcOrd="0" destOrd="0" parTransId="{0A0C08EC-1B84-443E-AE02-9FCBA72CBF6C}" sibTransId="{8870E2EA-093B-41E1-B623-63E5AFDE296D}"/>
    <dgm:cxn modelId="{886C69B0-1CE8-45F8-AC57-F72C062DD69B}" type="presParOf" srcId="{D6FA1D9C-498D-4D01-87A1-6698124E13F6}" destId="{24EB13E6-8169-40F4-A1C7-12EE2942267E}" srcOrd="0" destOrd="0" presId="urn:microsoft.com/office/officeart/2005/8/layout/orgChart1"/>
    <dgm:cxn modelId="{D91996DC-316B-427F-BF28-58B2F8952111}" type="presParOf" srcId="{24EB13E6-8169-40F4-A1C7-12EE2942267E}" destId="{FC7F6905-A2A1-42B9-B369-BE7F6B30388D}" srcOrd="0" destOrd="0" presId="urn:microsoft.com/office/officeart/2005/8/layout/orgChart1"/>
    <dgm:cxn modelId="{291828AE-E0D8-42EF-82F7-DFF9470C4A5D}" type="presParOf" srcId="{FC7F6905-A2A1-42B9-B369-BE7F6B30388D}" destId="{70E17586-3F6C-4029-96D1-05069C48E8C0}" srcOrd="0" destOrd="0" presId="urn:microsoft.com/office/officeart/2005/8/layout/orgChart1"/>
    <dgm:cxn modelId="{E6CDE85D-9847-4332-ACD7-48FDE98C34EA}" type="presParOf" srcId="{FC7F6905-A2A1-42B9-B369-BE7F6B30388D}" destId="{E23F3976-ECD6-4779-AFD2-AD37453B6A1D}" srcOrd="1" destOrd="0" presId="urn:microsoft.com/office/officeart/2005/8/layout/orgChart1"/>
    <dgm:cxn modelId="{1257E6A9-26FA-45D4-95DE-66D25499545E}" type="presParOf" srcId="{24EB13E6-8169-40F4-A1C7-12EE2942267E}" destId="{20D19E71-FBB6-494F-8DD2-AF5ACEFB2B50}" srcOrd="1" destOrd="0" presId="urn:microsoft.com/office/officeart/2005/8/layout/orgChart1"/>
    <dgm:cxn modelId="{A4E535DA-764E-4BF6-ACE7-D6B8554ECF6D}" type="presParOf" srcId="{20D19E71-FBB6-494F-8DD2-AF5ACEFB2B50}" destId="{98687B88-5691-4CD2-8FDC-0C8F73A54CB7}" srcOrd="0" destOrd="0" presId="urn:microsoft.com/office/officeart/2005/8/layout/orgChart1"/>
    <dgm:cxn modelId="{430C6E94-2902-4934-85DA-43035A8EFCEB}" type="presParOf" srcId="{20D19E71-FBB6-494F-8DD2-AF5ACEFB2B50}" destId="{35671D09-344C-4346-95F6-70C65C7C3F26}" srcOrd="1" destOrd="0" presId="urn:microsoft.com/office/officeart/2005/8/layout/orgChart1"/>
    <dgm:cxn modelId="{BE091066-4AE6-4EE4-9876-AC208391054E}" type="presParOf" srcId="{35671D09-344C-4346-95F6-70C65C7C3F26}" destId="{E7B17FD3-3F93-4C27-977A-C53FA157D7A2}" srcOrd="0" destOrd="0" presId="urn:microsoft.com/office/officeart/2005/8/layout/orgChart1"/>
    <dgm:cxn modelId="{5F261808-22AD-449A-BB64-4B35A0FDCEFF}" type="presParOf" srcId="{E7B17FD3-3F93-4C27-977A-C53FA157D7A2}" destId="{07905B90-E5D7-483C-9732-5D958396D334}" srcOrd="0" destOrd="0" presId="urn:microsoft.com/office/officeart/2005/8/layout/orgChart1"/>
    <dgm:cxn modelId="{3D1682B5-158D-4F9C-96BD-EE63F2328B3C}" type="presParOf" srcId="{E7B17FD3-3F93-4C27-977A-C53FA157D7A2}" destId="{EEAA5B6E-FF26-451B-B24E-42D2C073894E}" srcOrd="1" destOrd="0" presId="urn:microsoft.com/office/officeart/2005/8/layout/orgChart1"/>
    <dgm:cxn modelId="{7CEC31C9-34F7-4A2C-9964-F30AF03AC42E}" type="presParOf" srcId="{35671D09-344C-4346-95F6-70C65C7C3F26}" destId="{BC2A3806-12D0-498E-B684-425B567D0773}" srcOrd="1" destOrd="0" presId="urn:microsoft.com/office/officeart/2005/8/layout/orgChart1"/>
    <dgm:cxn modelId="{7709838C-EA72-4EEC-BA41-DF737AA6C39F}" type="presParOf" srcId="{BC2A3806-12D0-498E-B684-425B567D0773}" destId="{97159DB8-8752-48FB-92D5-75406191892C}" srcOrd="0" destOrd="0" presId="urn:microsoft.com/office/officeart/2005/8/layout/orgChart1"/>
    <dgm:cxn modelId="{72707CDE-CE24-45B2-A4CF-66FA7074FD6E}" type="presParOf" srcId="{BC2A3806-12D0-498E-B684-425B567D0773}" destId="{86632A6D-2D85-4D4F-86F7-0377797F5B2A}" srcOrd="1" destOrd="0" presId="urn:microsoft.com/office/officeart/2005/8/layout/orgChart1"/>
    <dgm:cxn modelId="{8AE8CA78-5809-442B-B059-DA262EEACD1F}" type="presParOf" srcId="{86632A6D-2D85-4D4F-86F7-0377797F5B2A}" destId="{C2D5AB76-963F-4973-B342-4413002316CC}" srcOrd="0" destOrd="0" presId="urn:microsoft.com/office/officeart/2005/8/layout/orgChart1"/>
    <dgm:cxn modelId="{780A2BF0-AC40-4212-B28D-A5FE1EFFE98A}" type="presParOf" srcId="{C2D5AB76-963F-4973-B342-4413002316CC}" destId="{F15C969C-5608-47E7-ADE6-4DE32BE30E0A}" srcOrd="0" destOrd="0" presId="urn:microsoft.com/office/officeart/2005/8/layout/orgChart1"/>
    <dgm:cxn modelId="{648D3A62-93F8-4B18-B773-6102F0F35ADC}" type="presParOf" srcId="{C2D5AB76-963F-4973-B342-4413002316CC}" destId="{F031A318-F8B3-4B63-BE0A-D5CB66E7D2AE}" srcOrd="1" destOrd="0" presId="urn:microsoft.com/office/officeart/2005/8/layout/orgChart1"/>
    <dgm:cxn modelId="{56C506D0-191D-44C1-8D09-CC30CFE38BB1}" type="presParOf" srcId="{86632A6D-2D85-4D4F-86F7-0377797F5B2A}" destId="{BB23EF5D-53AA-4FEB-82D0-1A72EF65FB0B}" srcOrd="1" destOrd="0" presId="urn:microsoft.com/office/officeart/2005/8/layout/orgChart1"/>
    <dgm:cxn modelId="{C35F0AB1-044C-4405-9971-6205E387BA0A}" type="presParOf" srcId="{86632A6D-2D85-4D4F-86F7-0377797F5B2A}" destId="{05C0A1B9-39D7-4238-8541-5A896692D343}" srcOrd="2" destOrd="0" presId="urn:microsoft.com/office/officeart/2005/8/layout/orgChart1"/>
    <dgm:cxn modelId="{BDFA3F15-EAA2-4DE9-83F6-043D621BD053}" type="presParOf" srcId="{35671D09-344C-4346-95F6-70C65C7C3F26}" destId="{0A04E235-A1E8-470E-8726-16174C951571}" srcOrd="2" destOrd="0" presId="urn:microsoft.com/office/officeart/2005/8/layout/orgChart1"/>
    <dgm:cxn modelId="{542454B4-72C5-4455-8428-D5F6DB002B78}" type="presParOf" srcId="{20D19E71-FBB6-494F-8DD2-AF5ACEFB2B50}" destId="{2346A8DD-D8C1-445A-98AD-05DFAC96CAE4}" srcOrd="2" destOrd="0" presId="urn:microsoft.com/office/officeart/2005/8/layout/orgChart1"/>
    <dgm:cxn modelId="{B68B55ED-C2F8-4C7E-B90D-07BBDD97A988}" type="presParOf" srcId="{20D19E71-FBB6-494F-8DD2-AF5ACEFB2B50}" destId="{03D535BF-AF57-445F-B7BC-A3B6C73D43BD}" srcOrd="3" destOrd="0" presId="urn:microsoft.com/office/officeart/2005/8/layout/orgChart1"/>
    <dgm:cxn modelId="{4B127B85-84C8-4964-A4FA-09376F69646F}" type="presParOf" srcId="{03D535BF-AF57-445F-B7BC-A3B6C73D43BD}" destId="{5952F522-B694-4F69-9B94-170EF3696720}" srcOrd="0" destOrd="0" presId="urn:microsoft.com/office/officeart/2005/8/layout/orgChart1"/>
    <dgm:cxn modelId="{64318A40-D3BF-4AA1-BFFE-BA6C295A58A4}" type="presParOf" srcId="{5952F522-B694-4F69-9B94-170EF3696720}" destId="{C5BE5F52-8E9D-42BC-B19C-F13EDC977684}" srcOrd="0" destOrd="0" presId="urn:microsoft.com/office/officeart/2005/8/layout/orgChart1"/>
    <dgm:cxn modelId="{AB62CC70-B223-4A88-80CB-5B3946FFEE6C}" type="presParOf" srcId="{5952F522-B694-4F69-9B94-170EF3696720}" destId="{59246EFE-0822-4BC5-9DD8-B76A20E3FE9F}" srcOrd="1" destOrd="0" presId="urn:microsoft.com/office/officeart/2005/8/layout/orgChart1"/>
    <dgm:cxn modelId="{622447AE-C8B1-4515-8AE0-B4811D77E7B8}" type="presParOf" srcId="{03D535BF-AF57-445F-B7BC-A3B6C73D43BD}" destId="{6995177E-C01E-4C71-B4D2-0194BCB75FC0}" srcOrd="1" destOrd="0" presId="urn:microsoft.com/office/officeart/2005/8/layout/orgChart1"/>
    <dgm:cxn modelId="{2E206B12-F79B-4EDC-9399-D62363707680}" type="presParOf" srcId="{6995177E-C01E-4C71-B4D2-0194BCB75FC0}" destId="{F9914FB7-6F58-4088-8BE1-D669016DD812}" srcOrd="0" destOrd="0" presId="urn:microsoft.com/office/officeart/2005/8/layout/orgChart1"/>
    <dgm:cxn modelId="{AC056F07-F4F0-43DE-8C9A-85DE74189CB3}" type="presParOf" srcId="{6995177E-C01E-4C71-B4D2-0194BCB75FC0}" destId="{10A8A31F-4C2C-40F5-A24C-8991EC71163F}" srcOrd="1" destOrd="0" presId="urn:microsoft.com/office/officeart/2005/8/layout/orgChart1"/>
    <dgm:cxn modelId="{A90C0E76-8710-4239-9CD4-9A91F91FC239}" type="presParOf" srcId="{10A8A31F-4C2C-40F5-A24C-8991EC71163F}" destId="{69D41457-EEB4-4855-B670-7042192B26FE}" srcOrd="0" destOrd="0" presId="urn:microsoft.com/office/officeart/2005/8/layout/orgChart1"/>
    <dgm:cxn modelId="{72FED422-92B3-4E57-995A-0A5C37972A5D}" type="presParOf" srcId="{69D41457-EEB4-4855-B670-7042192B26FE}" destId="{25A1BF83-86A9-440D-8096-E96A41F3EC8B}" srcOrd="0" destOrd="0" presId="urn:microsoft.com/office/officeart/2005/8/layout/orgChart1"/>
    <dgm:cxn modelId="{980B383F-C021-4489-B755-89FB731C2D8B}" type="presParOf" srcId="{69D41457-EEB4-4855-B670-7042192B26FE}" destId="{BF3ADCF8-346A-46B3-BA47-8D4388EF1041}" srcOrd="1" destOrd="0" presId="urn:microsoft.com/office/officeart/2005/8/layout/orgChart1"/>
    <dgm:cxn modelId="{164DE54C-78E2-4418-8EB0-9D25EF9CD66F}" type="presParOf" srcId="{10A8A31F-4C2C-40F5-A24C-8991EC71163F}" destId="{A716CC5E-4B1D-459D-B3E6-843EE3DDCE49}" srcOrd="1" destOrd="0" presId="urn:microsoft.com/office/officeart/2005/8/layout/orgChart1"/>
    <dgm:cxn modelId="{BC9BFD0A-06AA-480C-B74C-15552FA9286E}" type="presParOf" srcId="{10A8A31F-4C2C-40F5-A24C-8991EC71163F}" destId="{F69E90E7-A4E1-4282-A37E-6E24199EAB6C}" srcOrd="2" destOrd="0" presId="urn:microsoft.com/office/officeart/2005/8/layout/orgChart1"/>
    <dgm:cxn modelId="{1193E5AE-CBDD-422E-8784-F2A63FD8E025}" type="presParOf" srcId="{03D535BF-AF57-445F-B7BC-A3B6C73D43BD}" destId="{503F9EB1-58EE-4B4F-B2E1-65F880477501}" srcOrd="2" destOrd="0" presId="urn:microsoft.com/office/officeart/2005/8/layout/orgChart1"/>
    <dgm:cxn modelId="{9B4BAC1F-CF1F-493E-9F8A-76B0702AF197}" type="presParOf" srcId="{20D19E71-FBB6-494F-8DD2-AF5ACEFB2B50}" destId="{C4421D1E-1B40-4B9B-8BF1-01DB07AC2C45}" srcOrd="4" destOrd="0" presId="urn:microsoft.com/office/officeart/2005/8/layout/orgChart1"/>
    <dgm:cxn modelId="{77144A9E-FF90-4E36-9DAF-A2FC7B027DCC}" type="presParOf" srcId="{20D19E71-FBB6-494F-8DD2-AF5ACEFB2B50}" destId="{23E84998-2061-4188-8644-E746C397C4BF}" srcOrd="5" destOrd="0" presId="urn:microsoft.com/office/officeart/2005/8/layout/orgChart1"/>
    <dgm:cxn modelId="{C91B1CC7-F83D-4E81-9E42-7E67EF247361}" type="presParOf" srcId="{23E84998-2061-4188-8644-E746C397C4BF}" destId="{EE519642-3ABC-42EF-B1A1-5CBAF5137153}" srcOrd="0" destOrd="0" presId="urn:microsoft.com/office/officeart/2005/8/layout/orgChart1"/>
    <dgm:cxn modelId="{E2F7B977-0FC7-46F3-8CFE-EA43B0E94D07}" type="presParOf" srcId="{EE519642-3ABC-42EF-B1A1-5CBAF5137153}" destId="{57D9817F-D62C-4000-9861-073BCD79CB1F}" srcOrd="0" destOrd="0" presId="urn:microsoft.com/office/officeart/2005/8/layout/orgChart1"/>
    <dgm:cxn modelId="{4F139EBD-3E7B-4097-9E75-BEF3631D1956}" type="presParOf" srcId="{EE519642-3ABC-42EF-B1A1-5CBAF5137153}" destId="{B34C5BD2-7BDB-4D50-A255-766B6944DE18}" srcOrd="1" destOrd="0" presId="urn:microsoft.com/office/officeart/2005/8/layout/orgChart1"/>
    <dgm:cxn modelId="{9299DF7B-EE8E-4DB1-B4DF-3FD0213B4EA4}" type="presParOf" srcId="{23E84998-2061-4188-8644-E746C397C4BF}" destId="{3818DECF-B33A-4CA6-ADF9-2A17F9839CF2}" srcOrd="1" destOrd="0" presId="urn:microsoft.com/office/officeart/2005/8/layout/orgChart1"/>
    <dgm:cxn modelId="{D520209F-8D47-493E-9D62-C04955B0FA94}" type="presParOf" srcId="{3818DECF-B33A-4CA6-ADF9-2A17F9839CF2}" destId="{9E5608AA-1924-44F7-A6A1-6154A38C5FF4}" srcOrd="0" destOrd="0" presId="urn:microsoft.com/office/officeart/2005/8/layout/orgChart1"/>
    <dgm:cxn modelId="{18117326-9A60-4676-8BA2-7AD24E4463F8}" type="presParOf" srcId="{3818DECF-B33A-4CA6-ADF9-2A17F9839CF2}" destId="{9155F85F-02D1-45DC-8420-522EFA1D0DD8}" srcOrd="1" destOrd="0" presId="urn:microsoft.com/office/officeart/2005/8/layout/orgChart1"/>
    <dgm:cxn modelId="{BA89A4A2-A837-4742-9D84-79A4C370F425}" type="presParOf" srcId="{9155F85F-02D1-45DC-8420-522EFA1D0DD8}" destId="{3C662AD0-348A-455C-AD62-B82799109BEA}" srcOrd="0" destOrd="0" presId="urn:microsoft.com/office/officeart/2005/8/layout/orgChart1"/>
    <dgm:cxn modelId="{1032A9C1-AB45-463B-A406-F2AF1CEF68D0}" type="presParOf" srcId="{3C662AD0-348A-455C-AD62-B82799109BEA}" destId="{1AAB5283-F42F-4447-BF1B-27E33FC66B76}" srcOrd="0" destOrd="0" presId="urn:microsoft.com/office/officeart/2005/8/layout/orgChart1"/>
    <dgm:cxn modelId="{8D82ACD7-1B73-424D-94FB-1AA77C252B21}" type="presParOf" srcId="{3C662AD0-348A-455C-AD62-B82799109BEA}" destId="{DBEA7D3A-C2A7-448E-A01D-E52C0624A1D1}" srcOrd="1" destOrd="0" presId="urn:microsoft.com/office/officeart/2005/8/layout/orgChart1"/>
    <dgm:cxn modelId="{29BFD994-8D08-4DD9-86F9-F4F7B215BF36}" type="presParOf" srcId="{9155F85F-02D1-45DC-8420-522EFA1D0DD8}" destId="{D7CDC945-448E-421A-9687-0BAAC1CC6E27}" srcOrd="1" destOrd="0" presId="urn:microsoft.com/office/officeart/2005/8/layout/orgChart1"/>
    <dgm:cxn modelId="{E870A614-804D-4102-A55F-C9BBA49E312A}" type="presParOf" srcId="{9155F85F-02D1-45DC-8420-522EFA1D0DD8}" destId="{E037F89B-79DA-423B-BD13-E9C02ACCEC38}" srcOrd="2" destOrd="0" presId="urn:microsoft.com/office/officeart/2005/8/layout/orgChart1"/>
    <dgm:cxn modelId="{4FD015AD-EB9B-4431-946D-F793DE6E75F8}" type="presParOf" srcId="{3818DECF-B33A-4CA6-ADF9-2A17F9839CF2}" destId="{1356F852-67AE-486C-AEEC-DED05E6723E0}" srcOrd="2" destOrd="0" presId="urn:microsoft.com/office/officeart/2005/8/layout/orgChart1"/>
    <dgm:cxn modelId="{28CE8942-1C3A-44F2-9123-A2BD89407E57}" type="presParOf" srcId="{3818DECF-B33A-4CA6-ADF9-2A17F9839CF2}" destId="{30777B77-37DC-43F4-BCDC-9EDD4F47C13C}" srcOrd="3" destOrd="0" presId="urn:microsoft.com/office/officeart/2005/8/layout/orgChart1"/>
    <dgm:cxn modelId="{E182DDFF-CC70-48D5-859D-FF732A9E0D49}" type="presParOf" srcId="{30777B77-37DC-43F4-BCDC-9EDD4F47C13C}" destId="{DEA023F9-4D4B-40C5-B113-20E31D317427}" srcOrd="0" destOrd="0" presId="urn:microsoft.com/office/officeart/2005/8/layout/orgChart1"/>
    <dgm:cxn modelId="{960F79A9-B134-4115-A129-CE042DDBD0E1}" type="presParOf" srcId="{DEA023F9-4D4B-40C5-B113-20E31D317427}" destId="{9F92A888-DA7A-4923-A9F3-B5E2093BC929}" srcOrd="0" destOrd="0" presId="urn:microsoft.com/office/officeart/2005/8/layout/orgChart1"/>
    <dgm:cxn modelId="{4C18071A-D872-48B8-843B-8D83877559D7}" type="presParOf" srcId="{DEA023F9-4D4B-40C5-B113-20E31D317427}" destId="{D819A3B7-6108-45EE-BDA0-FD38CD34C46E}" srcOrd="1" destOrd="0" presId="urn:microsoft.com/office/officeart/2005/8/layout/orgChart1"/>
    <dgm:cxn modelId="{2CB6FDD0-DA80-4617-AF04-DCE5D9C7EC90}" type="presParOf" srcId="{30777B77-37DC-43F4-BCDC-9EDD4F47C13C}" destId="{A26D4A19-14DE-48CC-A9C3-41FD50BBE87A}" srcOrd="1" destOrd="0" presId="urn:microsoft.com/office/officeart/2005/8/layout/orgChart1"/>
    <dgm:cxn modelId="{00EE4D64-9217-4BB6-8E79-DB936BE71A30}" type="presParOf" srcId="{30777B77-37DC-43F4-BCDC-9EDD4F47C13C}" destId="{40B5A192-1878-4B20-AFC1-EBB13687A44F}" srcOrd="2" destOrd="0" presId="urn:microsoft.com/office/officeart/2005/8/layout/orgChart1"/>
    <dgm:cxn modelId="{9A9A8B78-3CB2-435D-BFD5-DF4768F5F56D}" type="presParOf" srcId="{23E84998-2061-4188-8644-E746C397C4BF}" destId="{7C1AACDA-5886-4A8C-998F-16FB75B811E5}" srcOrd="2" destOrd="0" presId="urn:microsoft.com/office/officeart/2005/8/layout/orgChart1"/>
    <dgm:cxn modelId="{47FCBB1E-4A29-4001-9A00-145C1BE66095}" type="presParOf" srcId="{20D19E71-FBB6-494F-8DD2-AF5ACEFB2B50}" destId="{8D6AAC8C-AE2C-4E8E-B2F3-138F77CA3693}" srcOrd="6" destOrd="0" presId="urn:microsoft.com/office/officeart/2005/8/layout/orgChart1"/>
    <dgm:cxn modelId="{F929A8B9-67CD-4C5C-855A-2221572FDD3F}" type="presParOf" srcId="{20D19E71-FBB6-494F-8DD2-AF5ACEFB2B50}" destId="{E2AF9C46-BB9C-4E14-AE46-FBF2873849AE}" srcOrd="7" destOrd="0" presId="urn:microsoft.com/office/officeart/2005/8/layout/orgChart1"/>
    <dgm:cxn modelId="{815E49EB-35D3-48B9-A90A-2DD3D6C52134}" type="presParOf" srcId="{E2AF9C46-BB9C-4E14-AE46-FBF2873849AE}" destId="{0612EE08-31D4-44D1-B846-9836C5945E11}" srcOrd="0" destOrd="0" presId="urn:microsoft.com/office/officeart/2005/8/layout/orgChart1"/>
    <dgm:cxn modelId="{7890BC2F-44B3-4B9F-B98F-17B4B6F13006}" type="presParOf" srcId="{0612EE08-31D4-44D1-B846-9836C5945E11}" destId="{C169F95C-97F1-4CD3-B4EC-3B21E073F355}" srcOrd="0" destOrd="0" presId="urn:microsoft.com/office/officeart/2005/8/layout/orgChart1"/>
    <dgm:cxn modelId="{DB71870F-FBCE-45B0-AEFF-F3BF4904DAB4}" type="presParOf" srcId="{0612EE08-31D4-44D1-B846-9836C5945E11}" destId="{BE795482-CB67-4F36-8CD2-F2B98C947F48}" srcOrd="1" destOrd="0" presId="urn:microsoft.com/office/officeart/2005/8/layout/orgChart1"/>
    <dgm:cxn modelId="{9AFAC6B2-D73D-45AC-A666-5ECF96D7D103}" type="presParOf" srcId="{E2AF9C46-BB9C-4E14-AE46-FBF2873849AE}" destId="{BB2A4681-9F28-4025-9164-4CF686A23320}" srcOrd="1" destOrd="0" presId="urn:microsoft.com/office/officeart/2005/8/layout/orgChart1"/>
    <dgm:cxn modelId="{1415AFBB-612F-4CB2-9511-11131D4702A6}" type="presParOf" srcId="{BB2A4681-9F28-4025-9164-4CF686A23320}" destId="{F0C4D509-77FA-4685-9C76-0AC251670BCD}" srcOrd="0" destOrd="0" presId="urn:microsoft.com/office/officeart/2005/8/layout/orgChart1"/>
    <dgm:cxn modelId="{C6911D77-3CEF-4B27-8E9E-91B8592BD1E3}" type="presParOf" srcId="{BB2A4681-9F28-4025-9164-4CF686A23320}" destId="{C1439A6D-FEB4-49A6-8F2F-EAEE25A15F9A}" srcOrd="1" destOrd="0" presId="urn:microsoft.com/office/officeart/2005/8/layout/orgChart1"/>
    <dgm:cxn modelId="{B2838699-9AD9-412A-8B82-1E24BC38A0A7}" type="presParOf" srcId="{C1439A6D-FEB4-49A6-8F2F-EAEE25A15F9A}" destId="{2AF81C56-BA89-4C40-9A8C-5DB0EF873795}" srcOrd="0" destOrd="0" presId="urn:microsoft.com/office/officeart/2005/8/layout/orgChart1"/>
    <dgm:cxn modelId="{1A6BB96E-B1B0-4046-99EB-F36D4DB3A87E}" type="presParOf" srcId="{2AF81C56-BA89-4C40-9A8C-5DB0EF873795}" destId="{7A71AE61-82A7-48A0-B9F6-2BC92377A1EF}" srcOrd="0" destOrd="0" presId="urn:microsoft.com/office/officeart/2005/8/layout/orgChart1"/>
    <dgm:cxn modelId="{CABD670F-9321-42FC-B93B-24C533E1D98E}" type="presParOf" srcId="{2AF81C56-BA89-4C40-9A8C-5DB0EF873795}" destId="{E5D9E747-71B8-43BA-870F-51409AD8A86B}" srcOrd="1" destOrd="0" presId="urn:microsoft.com/office/officeart/2005/8/layout/orgChart1"/>
    <dgm:cxn modelId="{8A43D869-6621-43D8-B1C4-9617B2805C7D}" type="presParOf" srcId="{C1439A6D-FEB4-49A6-8F2F-EAEE25A15F9A}" destId="{A7983E9F-493A-49FD-BB44-365E5916A489}" srcOrd="1" destOrd="0" presId="urn:microsoft.com/office/officeart/2005/8/layout/orgChart1"/>
    <dgm:cxn modelId="{577F8AB8-87B1-4C1D-BE91-DE9AA9062C14}" type="presParOf" srcId="{C1439A6D-FEB4-49A6-8F2F-EAEE25A15F9A}" destId="{BAC2F46C-BB5F-493D-9534-941A2DCEE7D9}" srcOrd="2" destOrd="0" presId="urn:microsoft.com/office/officeart/2005/8/layout/orgChart1"/>
    <dgm:cxn modelId="{F152A05A-D249-45A7-BBD5-166FA4834C2E}" type="presParOf" srcId="{BB2A4681-9F28-4025-9164-4CF686A23320}" destId="{6204E7CB-1FC0-471A-8C56-20292634FAD4}" srcOrd="2" destOrd="0" presId="urn:microsoft.com/office/officeart/2005/8/layout/orgChart1"/>
    <dgm:cxn modelId="{81BB7461-E1AE-42B9-A9BD-70DB630190D6}" type="presParOf" srcId="{BB2A4681-9F28-4025-9164-4CF686A23320}" destId="{26EA12CD-00E4-433D-A648-22959456A2BA}" srcOrd="3" destOrd="0" presId="urn:microsoft.com/office/officeart/2005/8/layout/orgChart1"/>
    <dgm:cxn modelId="{85C2A8FD-43C1-4891-84F4-D346372B4F3D}" type="presParOf" srcId="{26EA12CD-00E4-433D-A648-22959456A2BA}" destId="{FFD21FB8-F033-49D2-BD49-E61597113445}" srcOrd="0" destOrd="0" presId="urn:microsoft.com/office/officeart/2005/8/layout/orgChart1"/>
    <dgm:cxn modelId="{9DA3DF35-9A2A-46D6-8B82-BA6AD1604DF0}" type="presParOf" srcId="{FFD21FB8-F033-49D2-BD49-E61597113445}" destId="{62BEB9F2-D4DF-4574-BC13-43D67CA208AE}" srcOrd="0" destOrd="0" presId="urn:microsoft.com/office/officeart/2005/8/layout/orgChart1"/>
    <dgm:cxn modelId="{6FF40577-158B-4F2F-89DF-24A4097FD5ED}" type="presParOf" srcId="{FFD21FB8-F033-49D2-BD49-E61597113445}" destId="{ABDDE983-7D3A-4937-9B0D-69BBF70FBA2A}" srcOrd="1" destOrd="0" presId="urn:microsoft.com/office/officeart/2005/8/layout/orgChart1"/>
    <dgm:cxn modelId="{5B26D190-EA3E-4575-B970-314E4A79E6E5}" type="presParOf" srcId="{26EA12CD-00E4-433D-A648-22959456A2BA}" destId="{F7C2A896-D031-442B-BF94-0A81D0A33A9D}" srcOrd="1" destOrd="0" presId="urn:microsoft.com/office/officeart/2005/8/layout/orgChart1"/>
    <dgm:cxn modelId="{7F2D77E6-0741-479D-A92D-8C7BD4283CCC}" type="presParOf" srcId="{26EA12CD-00E4-433D-A648-22959456A2BA}" destId="{08CB67CC-76B2-4537-9768-A5D588F691B1}" srcOrd="2" destOrd="0" presId="urn:microsoft.com/office/officeart/2005/8/layout/orgChart1"/>
    <dgm:cxn modelId="{773F913D-189A-4EAB-A6E1-FB8DE21B4248}" type="presParOf" srcId="{E2AF9C46-BB9C-4E14-AE46-FBF2873849AE}" destId="{2DCD76A7-3502-44BF-BC10-DA5640EC403B}" srcOrd="2" destOrd="0" presId="urn:microsoft.com/office/officeart/2005/8/layout/orgChart1"/>
    <dgm:cxn modelId="{473E59A1-844F-4CCE-8581-533ACFBD4E35}" type="presParOf" srcId="{20D19E71-FBB6-494F-8DD2-AF5ACEFB2B50}" destId="{F67161B7-10EA-47CF-9149-079A4D97E4A9}" srcOrd="8" destOrd="0" presId="urn:microsoft.com/office/officeart/2005/8/layout/orgChart1"/>
    <dgm:cxn modelId="{DD641CB2-4C80-4673-8A69-54E01F1A5B08}" type="presParOf" srcId="{20D19E71-FBB6-494F-8DD2-AF5ACEFB2B50}" destId="{D4C71477-DA25-43A1-9797-6E9F144FC48E}" srcOrd="9" destOrd="0" presId="urn:microsoft.com/office/officeart/2005/8/layout/orgChart1"/>
    <dgm:cxn modelId="{97FA8FA7-8B9C-40F4-BA9E-C8230FEC783F}" type="presParOf" srcId="{D4C71477-DA25-43A1-9797-6E9F144FC48E}" destId="{CB993CE4-262D-438C-8197-2470E105E3F2}" srcOrd="0" destOrd="0" presId="urn:microsoft.com/office/officeart/2005/8/layout/orgChart1"/>
    <dgm:cxn modelId="{BFB74203-C398-4FD7-8057-4F5220246336}" type="presParOf" srcId="{CB993CE4-262D-438C-8197-2470E105E3F2}" destId="{3AE3798A-E5F4-4A81-A418-C99B63AF49F0}" srcOrd="0" destOrd="0" presId="urn:microsoft.com/office/officeart/2005/8/layout/orgChart1"/>
    <dgm:cxn modelId="{A71623FD-5D5D-49BE-9E8E-92EA89A5E8A7}" type="presParOf" srcId="{CB993CE4-262D-438C-8197-2470E105E3F2}" destId="{234DA3E2-D4AA-4CD8-9184-044BF4C20C29}" srcOrd="1" destOrd="0" presId="urn:microsoft.com/office/officeart/2005/8/layout/orgChart1"/>
    <dgm:cxn modelId="{EBC8FDC3-FCFB-4B9E-8BCE-14B394FDFB21}" type="presParOf" srcId="{D4C71477-DA25-43A1-9797-6E9F144FC48E}" destId="{5113F7BC-98BB-4929-AE5A-A0FA6DD53094}" srcOrd="1" destOrd="0" presId="urn:microsoft.com/office/officeart/2005/8/layout/orgChart1"/>
    <dgm:cxn modelId="{8F71CAAD-5867-4426-A4ED-949E105A74A2}" type="presParOf" srcId="{D4C71477-DA25-43A1-9797-6E9F144FC48E}" destId="{F3768240-837B-47F0-A968-4119EF7175F2}" srcOrd="2" destOrd="0" presId="urn:microsoft.com/office/officeart/2005/8/layout/orgChart1"/>
    <dgm:cxn modelId="{507D3285-7E06-4FA8-9367-1A2764F53CA2}" type="presParOf" srcId="{20D19E71-FBB6-494F-8DD2-AF5ACEFB2B50}" destId="{570B57FA-58B2-41EC-9031-F80C53D949DD}" srcOrd="10" destOrd="0" presId="urn:microsoft.com/office/officeart/2005/8/layout/orgChart1"/>
    <dgm:cxn modelId="{D6593930-CB19-431B-81B8-0CD2FB7582D2}" type="presParOf" srcId="{20D19E71-FBB6-494F-8DD2-AF5ACEFB2B50}" destId="{9B0B4BDD-791F-4ED9-9856-9DDDDA9FFCAD}" srcOrd="11" destOrd="0" presId="urn:microsoft.com/office/officeart/2005/8/layout/orgChart1"/>
    <dgm:cxn modelId="{A1F67984-42BE-41CF-9906-4DED6F620F8C}" type="presParOf" srcId="{9B0B4BDD-791F-4ED9-9856-9DDDDA9FFCAD}" destId="{B8A2BC0A-A20A-4CF0-8650-E468915899AC}" srcOrd="0" destOrd="0" presId="urn:microsoft.com/office/officeart/2005/8/layout/orgChart1"/>
    <dgm:cxn modelId="{7877E958-20EF-492C-9882-D54B878F9F04}" type="presParOf" srcId="{B8A2BC0A-A20A-4CF0-8650-E468915899AC}" destId="{8A3B4D53-A69B-49F1-B1C8-7BE38E5C727D}" srcOrd="0" destOrd="0" presId="urn:microsoft.com/office/officeart/2005/8/layout/orgChart1"/>
    <dgm:cxn modelId="{3873CACF-AFD9-47C7-AD10-D4177B1D60BF}" type="presParOf" srcId="{B8A2BC0A-A20A-4CF0-8650-E468915899AC}" destId="{556DE059-2980-4681-966F-2D072670B4F4}" srcOrd="1" destOrd="0" presId="urn:microsoft.com/office/officeart/2005/8/layout/orgChart1"/>
    <dgm:cxn modelId="{70269717-5B2D-4BDC-B3B9-FB314994C92F}" type="presParOf" srcId="{9B0B4BDD-791F-4ED9-9856-9DDDDA9FFCAD}" destId="{B77E5456-E9FA-42A4-B6BC-2769E21B1FFA}" srcOrd="1" destOrd="0" presId="urn:microsoft.com/office/officeart/2005/8/layout/orgChart1"/>
    <dgm:cxn modelId="{C544DC15-A46F-477D-B68C-0A6B6CC562E0}" type="presParOf" srcId="{9B0B4BDD-791F-4ED9-9856-9DDDDA9FFCAD}" destId="{6AB3EF54-A9A9-4076-91DD-3AE55F171F39}" srcOrd="2" destOrd="0" presId="urn:microsoft.com/office/officeart/2005/8/layout/orgChart1"/>
    <dgm:cxn modelId="{F8E86C27-828E-48DD-A1DB-FF9FD5AA6B20}" type="presParOf" srcId="{24EB13E6-8169-40F4-A1C7-12EE2942267E}" destId="{B5293D6C-2460-4AE5-A092-F3D05EC8DB51}" srcOrd="2" destOrd="0" presId="urn:microsoft.com/office/officeart/2005/8/layout/orgChart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0B57FA-58B2-41EC-9031-F80C53D949DD}">
      <dsp:nvSpPr>
        <dsp:cNvPr id="0" name=""/>
        <dsp:cNvSpPr/>
      </dsp:nvSpPr>
      <dsp:spPr>
        <a:xfrm>
          <a:off x="4798142" y="1664041"/>
          <a:ext cx="4114947" cy="2856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832"/>
              </a:lnTo>
              <a:lnTo>
                <a:pt x="4114947" y="142832"/>
              </a:lnTo>
              <a:lnTo>
                <a:pt x="4114947" y="28566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7161B7-10EA-47CF-9149-079A4D97E4A9}">
      <dsp:nvSpPr>
        <dsp:cNvPr id="0" name=""/>
        <dsp:cNvSpPr/>
      </dsp:nvSpPr>
      <dsp:spPr>
        <a:xfrm>
          <a:off x="4798142" y="1664041"/>
          <a:ext cx="2468968" cy="2856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832"/>
              </a:lnTo>
              <a:lnTo>
                <a:pt x="2468968" y="142832"/>
              </a:lnTo>
              <a:lnTo>
                <a:pt x="2468968" y="28566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04E7CB-1FC0-471A-8C56-20292634FAD4}">
      <dsp:nvSpPr>
        <dsp:cNvPr id="0" name=""/>
        <dsp:cNvSpPr/>
      </dsp:nvSpPr>
      <dsp:spPr>
        <a:xfrm>
          <a:off x="5077006" y="2629863"/>
          <a:ext cx="204046" cy="15915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1566"/>
              </a:lnTo>
              <a:lnTo>
                <a:pt x="204046" y="159156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C4D509-77FA-4685-9C76-0AC251670BCD}">
      <dsp:nvSpPr>
        <dsp:cNvPr id="0" name=""/>
        <dsp:cNvSpPr/>
      </dsp:nvSpPr>
      <dsp:spPr>
        <a:xfrm>
          <a:off x="5077006" y="2629863"/>
          <a:ext cx="204046" cy="6257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5744"/>
              </a:lnTo>
              <a:lnTo>
                <a:pt x="204046" y="6257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6AAC8C-AE2C-4E8E-B2F3-138F77CA3693}">
      <dsp:nvSpPr>
        <dsp:cNvPr id="0" name=""/>
        <dsp:cNvSpPr/>
      </dsp:nvSpPr>
      <dsp:spPr>
        <a:xfrm>
          <a:off x="4798142" y="1664041"/>
          <a:ext cx="822989" cy="2856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832"/>
              </a:lnTo>
              <a:lnTo>
                <a:pt x="822989" y="142832"/>
              </a:lnTo>
              <a:lnTo>
                <a:pt x="822989" y="28566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56F852-67AE-486C-AEEC-DED05E6723E0}">
      <dsp:nvSpPr>
        <dsp:cNvPr id="0" name=""/>
        <dsp:cNvSpPr/>
      </dsp:nvSpPr>
      <dsp:spPr>
        <a:xfrm>
          <a:off x="3431027" y="2629863"/>
          <a:ext cx="204046" cy="15915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1566"/>
              </a:lnTo>
              <a:lnTo>
                <a:pt x="204046" y="1591566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5608AA-1924-44F7-A6A1-6154A38C5FF4}">
      <dsp:nvSpPr>
        <dsp:cNvPr id="0" name=""/>
        <dsp:cNvSpPr/>
      </dsp:nvSpPr>
      <dsp:spPr>
        <a:xfrm>
          <a:off x="3431027" y="2629863"/>
          <a:ext cx="204046" cy="6257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5744"/>
              </a:lnTo>
              <a:lnTo>
                <a:pt x="204046" y="6257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421D1E-1B40-4B9B-8BF1-01DB07AC2C45}">
      <dsp:nvSpPr>
        <dsp:cNvPr id="0" name=""/>
        <dsp:cNvSpPr/>
      </dsp:nvSpPr>
      <dsp:spPr>
        <a:xfrm>
          <a:off x="3975152" y="1664041"/>
          <a:ext cx="822989" cy="285665"/>
        </a:xfrm>
        <a:custGeom>
          <a:avLst/>
          <a:gdLst/>
          <a:ahLst/>
          <a:cxnLst/>
          <a:rect l="0" t="0" r="0" b="0"/>
          <a:pathLst>
            <a:path>
              <a:moveTo>
                <a:pt x="822989" y="0"/>
              </a:moveTo>
              <a:lnTo>
                <a:pt x="822989" y="142832"/>
              </a:lnTo>
              <a:lnTo>
                <a:pt x="0" y="142832"/>
              </a:lnTo>
              <a:lnTo>
                <a:pt x="0" y="28566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914FB7-6F58-4088-8BE1-D669016DD812}">
      <dsp:nvSpPr>
        <dsp:cNvPr id="0" name=""/>
        <dsp:cNvSpPr/>
      </dsp:nvSpPr>
      <dsp:spPr>
        <a:xfrm>
          <a:off x="1785048" y="2629863"/>
          <a:ext cx="204046" cy="6257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5744"/>
              </a:lnTo>
              <a:lnTo>
                <a:pt x="204046" y="6257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46A8DD-D8C1-445A-98AD-05DFAC96CAE4}">
      <dsp:nvSpPr>
        <dsp:cNvPr id="0" name=""/>
        <dsp:cNvSpPr/>
      </dsp:nvSpPr>
      <dsp:spPr>
        <a:xfrm>
          <a:off x="2329173" y="1664041"/>
          <a:ext cx="2468968" cy="285665"/>
        </a:xfrm>
        <a:custGeom>
          <a:avLst/>
          <a:gdLst/>
          <a:ahLst/>
          <a:cxnLst/>
          <a:rect l="0" t="0" r="0" b="0"/>
          <a:pathLst>
            <a:path>
              <a:moveTo>
                <a:pt x="2468968" y="0"/>
              </a:moveTo>
              <a:lnTo>
                <a:pt x="2468968" y="142832"/>
              </a:lnTo>
              <a:lnTo>
                <a:pt x="0" y="142832"/>
              </a:lnTo>
              <a:lnTo>
                <a:pt x="0" y="28566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159DB8-8752-48FB-92D5-75406191892C}">
      <dsp:nvSpPr>
        <dsp:cNvPr id="0" name=""/>
        <dsp:cNvSpPr/>
      </dsp:nvSpPr>
      <dsp:spPr>
        <a:xfrm>
          <a:off x="139069" y="2629863"/>
          <a:ext cx="204046" cy="6257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5744"/>
              </a:lnTo>
              <a:lnTo>
                <a:pt x="204046" y="6257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687B88-5691-4CD2-8FDC-0C8F73A54CB7}">
      <dsp:nvSpPr>
        <dsp:cNvPr id="0" name=""/>
        <dsp:cNvSpPr/>
      </dsp:nvSpPr>
      <dsp:spPr>
        <a:xfrm>
          <a:off x="683194" y="1664041"/>
          <a:ext cx="4114947" cy="285665"/>
        </a:xfrm>
        <a:custGeom>
          <a:avLst/>
          <a:gdLst/>
          <a:ahLst/>
          <a:cxnLst/>
          <a:rect l="0" t="0" r="0" b="0"/>
          <a:pathLst>
            <a:path>
              <a:moveTo>
                <a:pt x="4114947" y="0"/>
              </a:moveTo>
              <a:lnTo>
                <a:pt x="4114947" y="142832"/>
              </a:lnTo>
              <a:lnTo>
                <a:pt x="0" y="142832"/>
              </a:lnTo>
              <a:lnTo>
                <a:pt x="0" y="28566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E17586-3F6C-4029-96D1-05069C48E8C0}">
      <dsp:nvSpPr>
        <dsp:cNvPr id="0" name=""/>
        <dsp:cNvSpPr/>
      </dsp:nvSpPr>
      <dsp:spPr>
        <a:xfrm>
          <a:off x="4117985" y="983884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+mj-lt"/>
            </a:rPr>
            <a:t>Add New Lead</a:t>
          </a:r>
        </a:p>
      </dsp:txBody>
      <dsp:txXfrm>
        <a:off x="4117985" y="983884"/>
        <a:ext cx="1360313" cy="680156"/>
      </dsp:txXfrm>
    </dsp:sp>
    <dsp:sp modelId="{07905B90-E5D7-483C-9732-5D958396D334}">
      <dsp:nvSpPr>
        <dsp:cNvPr id="0" name=""/>
        <dsp:cNvSpPr/>
      </dsp:nvSpPr>
      <dsp:spPr>
        <a:xfrm>
          <a:off x="3038" y="1949707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Applicant Details</a:t>
          </a:r>
        </a:p>
      </dsp:txBody>
      <dsp:txXfrm>
        <a:off x="3038" y="1949707"/>
        <a:ext cx="1360313" cy="680156"/>
      </dsp:txXfrm>
    </dsp:sp>
    <dsp:sp modelId="{F15C969C-5608-47E7-ADE6-4DE32BE30E0A}">
      <dsp:nvSpPr>
        <dsp:cNvPr id="0" name=""/>
        <dsp:cNvSpPr/>
      </dsp:nvSpPr>
      <dsp:spPr>
        <a:xfrm>
          <a:off x="343116" y="2915529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+mj-lt"/>
            </a:rPr>
            <a:t>Details of Applicant</a:t>
          </a:r>
        </a:p>
      </dsp:txBody>
      <dsp:txXfrm>
        <a:off x="343116" y="2915529"/>
        <a:ext cx="1360313" cy="680156"/>
      </dsp:txXfrm>
    </dsp:sp>
    <dsp:sp modelId="{C5BE5F52-8E9D-42BC-B19C-F13EDC977684}">
      <dsp:nvSpPr>
        <dsp:cNvPr id="0" name=""/>
        <dsp:cNvSpPr/>
      </dsp:nvSpPr>
      <dsp:spPr>
        <a:xfrm>
          <a:off x="1649017" y="1949707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Co-Applicant</a:t>
          </a:r>
        </a:p>
      </dsp:txBody>
      <dsp:txXfrm>
        <a:off x="1649017" y="1949707"/>
        <a:ext cx="1360313" cy="680156"/>
      </dsp:txXfrm>
    </dsp:sp>
    <dsp:sp modelId="{25A1BF83-86A9-440D-8096-E96A41F3EC8B}">
      <dsp:nvSpPr>
        <dsp:cNvPr id="0" name=""/>
        <dsp:cNvSpPr/>
      </dsp:nvSpPr>
      <dsp:spPr>
        <a:xfrm>
          <a:off x="1989095" y="2915529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We can add Multiple co-Applicant</a:t>
          </a:r>
        </a:p>
      </dsp:txBody>
      <dsp:txXfrm>
        <a:off x="1989095" y="2915529"/>
        <a:ext cx="1360313" cy="680156"/>
      </dsp:txXfrm>
    </dsp:sp>
    <dsp:sp modelId="{57D9817F-D62C-4000-9861-073BCD79CB1F}">
      <dsp:nvSpPr>
        <dsp:cNvPr id="0" name=""/>
        <dsp:cNvSpPr/>
      </dsp:nvSpPr>
      <dsp:spPr>
        <a:xfrm>
          <a:off x="3294996" y="1949707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KYC</a:t>
          </a:r>
        </a:p>
      </dsp:txBody>
      <dsp:txXfrm>
        <a:off x="3294996" y="1949707"/>
        <a:ext cx="1360313" cy="680156"/>
      </dsp:txXfrm>
    </dsp:sp>
    <dsp:sp modelId="{1AAB5283-F42F-4447-BF1B-27E33FC66B76}">
      <dsp:nvSpPr>
        <dsp:cNvPr id="0" name=""/>
        <dsp:cNvSpPr/>
      </dsp:nvSpPr>
      <dsp:spPr>
        <a:xfrm>
          <a:off x="3635074" y="2915529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Applicants KYC</a:t>
          </a:r>
        </a:p>
      </dsp:txBody>
      <dsp:txXfrm>
        <a:off x="3635074" y="2915529"/>
        <a:ext cx="1360313" cy="680156"/>
      </dsp:txXfrm>
    </dsp:sp>
    <dsp:sp modelId="{9F92A888-DA7A-4923-A9F3-B5E2093BC929}">
      <dsp:nvSpPr>
        <dsp:cNvPr id="0" name=""/>
        <dsp:cNvSpPr/>
      </dsp:nvSpPr>
      <dsp:spPr>
        <a:xfrm>
          <a:off x="3635074" y="3881351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Co-Applicants KYC</a:t>
          </a:r>
        </a:p>
      </dsp:txBody>
      <dsp:txXfrm>
        <a:off x="3635074" y="3881351"/>
        <a:ext cx="1360313" cy="680156"/>
      </dsp:txXfrm>
    </dsp:sp>
    <dsp:sp modelId="{C169F95C-97F1-4CD3-B4EC-3B21E073F355}">
      <dsp:nvSpPr>
        <dsp:cNvPr id="0" name=""/>
        <dsp:cNvSpPr/>
      </dsp:nvSpPr>
      <dsp:spPr>
        <a:xfrm>
          <a:off x="4940974" y="1949707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Loan Details</a:t>
          </a:r>
        </a:p>
      </dsp:txBody>
      <dsp:txXfrm>
        <a:off x="4940974" y="1949707"/>
        <a:ext cx="1360313" cy="680156"/>
      </dsp:txXfrm>
    </dsp:sp>
    <dsp:sp modelId="{7A71AE61-82A7-48A0-B9F6-2BC92377A1EF}">
      <dsp:nvSpPr>
        <dsp:cNvPr id="0" name=""/>
        <dsp:cNvSpPr/>
      </dsp:nvSpPr>
      <dsp:spPr>
        <a:xfrm>
          <a:off x="5281053" y="2915529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Loan Amount</a:t>
          </a:r>
        </a:p>
      </dsp:txBody>
      <dsp:txXfrm>
        <a:off x="5281053" y="2915529"/>
        <a:ext cx="1360313" cy="680156"/>
      </dsp:txXfrm>
    </dsp:sp>
    <dsp:sp modelId="{62BEB9F2-D4DF-4574-BC13-43D67CA208AE}">
      <dsp:nvSpPr>
        <dsp:cNvPr id="0" name=""/>
        <dsp:cNvSpPr/>
      </dsp:nvSpPr>
      <dsp:spPr>
        <a:xfrm>
          <a:off x="5281053" y="3881351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Tenure etc.</a:t>
          </a:r>
        </a:p>
      </dsp:txBody>
      <dsp:txXfrm>
        <a:off x="5281053" y="3881351"/>
        <a:ext cx="1360313" cy="680156"/>
      </dsp:txXfrm>
    </dsp:sp>
    <dsp:sp modelId="{3AE3798A-E5F4-4A81-A418-C99B63AF49F0}">
      <dsp:nvSpPr>
        <dsp:cNvPr id="0" name=""/>
        <dsp:cNvSpPr/>
      </dsp:nvSpPr>
      <dsp:spPr>
        <a:xfrm>
          <a:off x="6586953" y="1949707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Collateral Details</a:t>
          </a:r>
        </a:p>
      </dsp:txBody>
      <dsp:txXfrm>
        <a:off x="6586953" y="1949707"/>
        <a:ext cx="1360313" cy="680156"/>
      </dsp:txXfrm>
    </dsp:sp>
    <dsp:sp modelId="{8A3B4D53-A69B-49F1-B1C8-7BE38E5C727D}">
      <dsp:nvSpPr>
        <dsp:cNvPr id="0" name=""/>
        <dsp:cNvSpPr/>
      </dsp:nvSpPr>
      <dsp:spPr>
        <a:xfrm>
          <a:off x="8232932" y="1949707"/>
          <a:ext cx="1360313" cy="6801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latin typeface="+mj-lt"/>
            </a:rPr>
            <a:t>CRIF</a:t>
          </a:r>
        </a:p>
      </dsp:txBody>
      <dsp:txXfrm>
        <a:off x="8232932" y="1949707"/>
        <a:ext cx="1360313" cy="6801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0A69A-6519-1CE9-77FC-B12E35BFF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5E771D-4073-A512-845D-2B8BB9D6B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B530F-AC21-DAD9-7B39-A907ADE4C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F67-6E8F-4C26-BB94-D0013F54B2CD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D8E06-D8F2-BA79-7FE5-974E3076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EFFB7-8089-FDE7-1C79-02E19076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8DF6D-3C48-4A3F-A31B-948E19C21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02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7AAFE-DA32-7708-7D7D-D26D354F8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2CF2A-9C01-5DAE-679E-303938084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F778F-3784-4158-5A14-AA3380094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F67-6E8F-4C26-BB94-D0013F54B2CD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42533-BA97-78B2-8E64-A1B987DA4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E3CCE-BBAE-CB27-5354-9E9F39C54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8DF6D-3C48-4A3F-A31B-948E19C21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38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ADBF6-8BA1-F02C-F71A-C80110B3F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C86C-7663-FD3C-17F8-BA161A504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72D06-0E8F-62B3-AEC3-A49FADB5B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F67-6E8F-4C26-BB94-D0013F54B2CD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1009E-B556-4809-320D-C18FE1729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F2C49-182F-C229-E028-E673FA25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8DF6D-3C48-4A3F-A31B-948E19C21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05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5FCAE-0A07-92F6-AD6E-63A92C2D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95A66-A53F-B9E6-AB70-98E3B0FD1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5025A-0878-2B29-CF4A-DFD40C873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7A6D6-EC90-1F6F-520D-E9C2AF713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F67-6E8F-4C26-BB94-D0013F54B2CD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7BCA4-C0F5-7C37-5FE8-30B019220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1F960-1AE4-DFB0-8184-FBD646CC1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8DF6D-3C48-4A3F-A31B-948E19C21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79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036AB-E9B8-EFC8-14E4-611447CA9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2BE63-08DC-BCC1-47EC-78DABF5A2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668C2-74C2-8617-E788-03CAFAF25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DA2542-0FFA-B873-FB65-10CFBFDB0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073731-F2BE-8145-B6CF-0AB3D4F0B2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74CF81-C561-768B-36E3-B8D7660C8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F67-6E8F-4C26-BB94-D0013F54B2CD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CC76AE-3820-126E-CF8A-326DC9F1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20A9D6-89B4-21A0-6594-ABFC011F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8DF6D-3C48-4A3F-A31B-948E19C21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05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B4BC-059F-4ECE-8D5D-1BAB2A2E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A71C05-AFFA-2712-80F8-28135F9C2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F67-6E8F-4C26-BB94-D0013F54B2CD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2BAF9-575C-85F1-624F-AC7B23578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8CDF29-3224-F827-D383-6892A6623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8DF6D-3C48-4A3F-A31B-948E19C21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3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D38C33-404C-E406-5120-A2DA7F44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F67-6E8F-4C26-BB94-D0013F54B2CD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A745C-FF71-BD95-E71C-2D50B4079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20AEA-9224-7241-3402-3404D59E4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8DF6D-3C48-4A3F-A31B-948E19C21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83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F4CEC-66D9-2DEB-9BBB-43F1FAC3A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4E70A-DD9C-4503-EBC0-8EE7C5D51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BF2C4-D49B-1D2F-E94D-D3B259668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FBE1A-417F-435B-B364-4CDCBB43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F67-6E8F-4C26-BB94-D0013F54B2CD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7EBC3-8947-B394-8F9D-93A0923F8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27DFF-FA37-9B8E-459D-1C576517A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8DF6D-3C48-4A3F-A31B-948E19C21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88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08A8-A4C9-C6F9-B292-D00B96E1E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3A974-3498-9CCE-AC92-89236E389B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4A64B-AEC6-CAE8-D3C9-3D6E66976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D5626-F417-393E-3B62-A74E0AAFC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F67-6E8F-4C26-BB94-D0013F54B2CD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F1FDA-1C21-9685-3751-30C0468E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3DC8D-54B5-E302-7B29-6A4A3BB1A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8DF6D-3C48-4A3F-A31B-948E19C21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38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6E864-A4CA-4239-6D23-80DEFBFF8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F72AD4-D942-5519-9C16-EFE6D000E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388DC-F448-ABC8-70FF-AE24C14DC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F67-6E8F-4C26-BB94-D0013F54B2CD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BF773-CDDD-47A1-86AA-BBBF0A8E4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21BD-0FFC-5EB6-6EB6-547C99095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8DF6D-3C48-4A3F-A31B-948E19C21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5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57937E-D8CD-BECB-82E2-DA53F73059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39382-9A67-74A8-275E-CE6D1C976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7F702-169B-E91C-0003-2203BA88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59F67-6E8F-4C26-BB94-D0013F54B2CD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3EDF3-7972-F827-0229-3AFBFE011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35B6A-01EA-4C41-48E1-8DDEC527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8DF6D-3C48-4A3F-A31B-948E19C21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3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AA17D7-0290-BAFE-2CCF-17CFFC1D3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99297-99E8-A301-BDB4-A83580EA1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39790-E237-65B8-EDA8-1CF6628CA0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59F67-6E8F-4C26-BB94-D0013F54B2CD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C0BD2-CA83-ADC4-4B02-7B3063BCE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F4EE5-4B12-2231-4C80-E48BAE6C9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8DF6D-3C48-4A3F-A31B-948E19C21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AB03B8B8-DC61-A4F3-2645-3447F5DAD033}"/>
              </a:ext>
            </a:extLst>
          </p:cNvPr>
          <p:cNvGrpSpPr/>
          <p:nvPr/>
        </p:nvGrpSpPr>
        <p:grpSpPr>
          <a:xfrm>
            <a:off x="3781029" y="899451"/>
            <a:ext cx="1748446" cy="4696514"/>
            <a:chOff x="3851273" y="1303201"/>
            <a:chExt cx="444207" cy="4292533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21B52F1-910A-9FCA-ADBF-C637D4F0B14D}"/>
                </a:ext>
              </a:extLst>
            </p:cNvPr>
            <p:cNvSpPr/>
            <p:nvPr/>
          </p:nvSpPr>
          <p:spPr>
            <a:xfrm>
              <a:off x="3852717" y="1303201"/>
              <a:ext cx="442763" cy="97344"/>
            </a:xfrm>
            <a:custGeom>
              <a:avLst/>
              <a:gdLst>
                <a:gd name="connsiteX0" fmla="*/ 0 w 442763"/>
                <a:gd name="connsiteY0" fmla="*/ 22138 h 221381"/>
                <a:gd name="connsiteX1" fmla="*/ 22138 w 442763"/>
                <a:gd name="connsiteY1" fmla="*/ 0 h 221381"/>
                <a:gd name="connsiteX2" fmla="*/ 420625 w 442763"/>
                <a:gd name="connsiteY2" fmla="*/ 0 h 221381"/>
                <a:gd name="connsiteX3" fmla="*/ 442763 w 442763"/>
                <a:gd name="connsiteY3" fmla="*/ 22138 h 221381"/>
                <a:gd name="connsiteX4" fmla="*/ 442763 w 442763"/>
                <a:gd name="connsiteY4" fmla="*/ 199243 h 221381"/>
                <a:gd name="connsiteX5" fmla="*/ 420625 w 442763"/>
                <a:gd name="connsiteY5" fmla="*/ 221381 h 221381"/>
                <a:gd name="connsiteX6" fmla="*/ 22138 w 442763"/>
                <a:gd name="connsiteY6" fmla="*/ 221381 h 221381"/>
                <a:gd name="connsiteX7" fmla="*/ 0 w 442763"/>
                <a:gd name="connsiteY7" fmla="*/ 199243 h 221381"/>
                <a:gd name="connsiteX8" fmla="*/ 0 w 442763"/>
                <a:gd name="connsiteY8" fmla="*/ 22138 h 221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2763" h="221381">
                  <a:moveTo>
                    <a:pt x="0" y="22138"/>
                  </a:moveTo>
                  <a:cubicBezTo>
                    <a:pt x="0" y="9912"/>
                    <a:pt x="9912" y="0"/>
                    <a:pt x="22138" y="0"/>
                  </a:cubicBezTo>
                  <a:lnTo>
                    <a:pt x="420625" y="0"/>
                  </a:lnTo>
                  <a:cubicBezTo>
                    <a:pt x="432851" y="0"/>
                    <a:pt x="442763" y="9912"/>
                    <a:pt x="442763" y="22138"/>
                  </a:cubicBezTo>
                  <a:lnTo>
                    <a:pt x="442763" y="199243"/>
                  </a:lnTo>
                  <a:cubicBezTo>
                    <a:pt x="442763" y="211469"/>
                    <a:pt x="432851" y="221381"/>
                    <a:pt x="420625" y="221381"/>
                  </a:cubicBezTo>
                  <a:lnTo>
                    <a:pt x="22138" y="221381"/>
                  </a:lnTo>
                  <a:cubicBezTo>
                    <a:pt x="9912" y="221381"/>
                    <a:pt x="0" y="211469"/>
                    <a:pt x="0" y="199243"/>
                  </a:cubicBezTo>
                  <a:lnTo>
                    <a:pt x="0" y="2213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344" tIns="21724" rIns="29344" bIns="21724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kern="1200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E0E9CE2-36F0-FA2F-5F88-C307FA5A75AF}"/>
                </a:ext>
              </a:extLst>
            </p:cNvPr>
            <p:cNvSpPr/>
            <p:nvPr/>
          </p:nvSpPr>
          <p:spPr>
            <a:xfrm>
              <a:off x="3851273" y="1524582"/>
              <a:ext cx="91440" cy="166036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66036"/>
                  </a:lnTo>
                  <a:lnTo>
                    <a:pt x="89996" y="166036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9D953FD-BFB9-3C71-A288-F25EE3ADCCAE}"/>
                </a:ext>
              </a:extLst>
            </p:cNvPr>
            <p:cNvSpPr/>
            <p:nvPr/>
          </p:nvSpPr>
          <p:spPr>
            <a:xfrm>
              <a:off x="3941269" y="1579927"/>
              <a:ext cx="354210" cy="221381"/>
            </a:xfrm>
            <a:custGeom>
              <a:avLst/>
              <a:gdLst>
                <a:gd name="connsiteX0" fmla="*/ 0 w 354210"/>
                <a:gd name="connsiteY0" fmla="*/ 22138 h 221381"/>
                <a:gd name="connsiteX1" fmla="*/ 22138 w 354210"/>
                <a:gd name="connsiteY1" fmla="*/ 0 h 221381"/>
                <a:gd name="connsiteX2" fmla="*/ 332072 w 354210"/>
                <a:gd name="connsiteY2" fmla="*/ 0 h 221381"/>
                <a:gd name="connsiteX3" fmla="*/ 354210 w 354210"/>
                <a:gd name="connsiteY3" fmla="*/ 22138 h 221381"/>
                <a:gd name="connsiteX4" fmla="*/ 354210 w 354210"/>
                <a:gd name="connsiteY4" fmla="*/ 199243 h 221381"/>
                <a:gd name="connsiteX5" fmla="*/ 332072 w 354210"/>
                <a:gd name="connsiteY5" fmla="*/ 221381 h 221381"/>
                <a:gd name="connsiteX6" fmla="*/ 22138 w 354210"/>
                <a:gd name="connsiteY6" fmla="*/ 221381 h 221381"/>
                <a:gd name="connsiteX7" fmla="*/ 0 w 354210"/>
                <a:gd name="connsiteY7" fmla="*/ 199243 h 221381"/>
                <a:gd name="connsiteX8" fmla="*/ 0 w 354210"/>
                <a:gd name="connsiteY8" fmla="*/ 22138 h 221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210" h="221381">
                  <a:moveTo>
                    <a:pt x="0" y="22138"/>
                  </a:moveTo>
                  <a:cubicBezTo>
                    <a:pt x="0" y="9912"/>
                    <a:pt x="9912" y="0"/>
                    <a:pt x="22138" y="0"/>
                  </a:cubicBezTo>
                  <a:lnTo>
                    <a:pt x="332072" y="0"/>
                  </a:lnTo>
                  <a:cubicBezTo>
                    <a:pt x="344298" y="0"/>
                    <a:pt x="354210" y="9912"/>
                    <a:pt x="354210" y="22138"/>
                  </a:cubicBezTo>
                  <a:lnTo>
                    <a:pt x="354210" y="199243"/>
                  </a:lnTo>
                  <a:cubicBezTo>
                    <a:pt x="354210" y="211469"/>
                    <a:pt x="344298" y="221381"/>
                    <a:pt x="332072" y="221381"/>
                  </a:cubicBezTo>
                  <a:lnTo>
                    <a:pt x="22138" y="221381"/>
                  </a:lnTo>
                  <a:cubicBezTo>
                    <a:pt x="9912" y="221381"/>
                    <a:pt x="0" y="211469"/>
                    <a:pt x="0" y="199243"/>
                  </a:cubicBezTo>
                  <a:lnTo>
                    <a:pt x="0" y="22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9" tIns="12834" rIns="16009" bIns="1283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b="1" kern="1200" dirty="0"/>
                <a:t>Green Leads</a:t>
              </a:r>
              <a:r>
                <a:rPr lang="en-US" sz="800" kern="1200" dirty="0"/>
                <a:t> </a:t>
              </a: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D28AF1B-0F7D-AEE2-9817-1AAC89CC68DD}"/>
                </a:ext>
              </a:extLst>
            </p:cNvPr>
            <p:cNvSpPr/>
            <p:nvPr/>
          </p:nvSpPr>
          <p:spPr>
            <a:xfrm>
              <a:off x="3851273" y="1524582"/>
              <a:ext cx="91440" cy="44276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442763"/>
                  </a:lnTo>
                  <a:lnTo>
                    <a:pt x="89996" y="442763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C94659C-0E13-8724-305D-0730CB32CAED}"/>
                </a:ext>
              </a:extLst>
            </p:cNvPr>
            <p:cNvSpPr/>
            <p:nvPr/>
          </p:nvSpPr>
          <p:spPr>
            <a:xfrm>
              <a:off x="3941269" y="1856654"/>
              <a:ext cx="354210" cy="221381"/>
            </a:xfrm>
            <a:custGeom>
              <a:avLst/>
              <a:gdLst>
                <a:gd name="connsiteX0" fmla="*/ 0 w 354210"/>
                <a:gd name="connsiteY0" fmla="*/ 22138 h 221381"/>
                <a:gd name="connsiteX1" fmla="*/ 22138 w 354210"/>
                <a:gd name="connsiteY1" fmla="*/ 0 h 221381"/>
                <a:gd name="connsiteX2" fmla="*/ 332072 w 354210"/>
                <a:gd name="connsiteY2" fmla="*/ 0 h 221381"/>
                <a:gd name="connsiteX3" fmla="*/ 354210 w 354210"/>
                <a:gd name="connsiteY3" fmla="*/ 22138 h 221381"/>
                <a:gd name="connsiteX4" fmla="*/ 354210 w 354210"/>
                <a:gd name="connsiteY4" fmla="*/ 199243 h 221381"/>
                <a:gd name="connsiteX5" fmla="*/ 332072 w 354210"/>
                <a:gd name="connsiteY5" fmla="*/ 221381 h 221381"/>
                <a:gd name="connsiteX6" fmla="*/ 22138 w 354210"/>
                <a:gd name="connsiteY6" fmla="*/ 221381 h 221381"/>
                <a:gd name="connsiteX7" fmla="*/ 0 w 354210"/>
                <a:gd name="connsiteY7" fmla="*/ 199243 h 221381"/>
                <a:gd name="connsiteX8" fmla="*/ 0 w 354210"/>
                <a:gd name="connsiteY8" fmla="*/ 22138 h 221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210" h="221381">
                  <a:moveTo>
                    <a:pt x="0" y="22138"/>
                  </a:moveTo>
                  <a:cubicBezTo>
                    <a:pt x="0" y="9912"/>
                    <a:pt x="9912" y="0"/>
                    <a:pt x="22138" y="0"/>
                  </a:cubicBezTo>
                  <a:lnTo>
                    <a:pt x="332072" y="0"/>
                  </a:lnTo>
                  <a:cubicBezTo>
                    <a:pt x="344298" y="0"/>
                    <a:pt x="354210" y="9912"/>
                    <a:pt x="354210" y="22138"/>
                  </a:cubicBezTo>
                  <a:lnTo>
                    <a:pt x="354210" y="199243"/>
                  </a:lnTo>
                  <a:cubicBezTo>
                    <a:pt x="354210" y="211469"/>
                    <a:pt x="344298" y="221381"/>
                    <a:pt x="332072" y="221381"/>
                  </a:cubicBezTo>
                  <a:lnTo>
                    <a:pt x="22138" y="221381"/>
                  </a:lnTo>
                  <a:cubicBezTo>
                    <a:pt x="9912" y="221381"/>
                    <a:pt x="0" y="211469"/>
                    <a:pt x="0" y="199243"/>
                  </a:cubicBezTo>
                  <a:lnTo>
                    <a:pt x="0" y="22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9" tIns="12834" rIns="16009" bIns="1283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b="1" kern="1200" dirty="0"/>
                <a:t>Amber Leads</a:t>
              </a:r>
              <a:r>
                <a:rPr lang="en-US" sz="800" kern="1200" dirty="0"/>
                <a:t> </a:t>
              </a: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FC960C01-80B5-8381-074B-182D1D8CE6A0}"/>
                </a:ext>
              </a:extLst>
            </p:cNvPr>
            <p:cNvSpPr/>
            <p:nvPr/>
          </p:nvSpPr>
          <p:spPr>
            <a:xfrm>
              <a:off x="3851273" y="1524582"/>
              <a:ext cx="91440" cy="71949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719490"/>
                  </a:lnTo>
                  <a:lnTo>
                    <a:pt x="89996" y="71949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AECED01-D47C-7B52-B4F7-E804AC60B286}"/>
                </a:ext>
              </a:extLst>
            </p:cNvPr>
            <p:cNvSpPr/>
            <p:nvPr/>
          </p:nvSpPr>
          <p:spPr>
            <a:xfrm>
              <a:off x="3941269" y="2133382"/>
              <a:ext cx="354210" cy="221381"/>
            </a:xfrm>
            <a:custGeom>
              <a:avLst/>
              <a:gdLst>
                <a:gd name="connsiteX0" fmla="*/ 0 w 354210"/>
                <a:gd name="connsiteY0" fmla="*/ 22138 h 221381"/>
                <a:gd name="connsiteX1" fmla="*/ 22138 w 354210"/>
                <a:gd name="connsiteY1" fmla="*/ 0 h 221381"/>
                <a:gd name="connsiteX2" fmla="*/ 332072 w 354210"/>
                <a:gd name="connsiteY2" fmla="*/ 0 h 221381"/>
                <a:gd name="connsiteX3" fmla="*/ 354210 w 354210"/>
                <a:gd name="connsiteY3" fmla="*/ 22138 h 221381"/>
                <a:gd name="connsiteX4" fmla="*/ 354210 w 354210"/>
                <a:gd name="connsiteY4" fmla="*/ 199243 h 221381"/>
                <a:gd name="connsiteX5" fmla="*/ 332072 w 354210"/>
                <a:gd name="connsiteY5" fmla="*/ 221381 h 221381"/>
                <a:gd name="connsiteX6" fmla="*/ 22138 w 354210"/>
                <a:gd name="connsiteY6" fmla="*/ 221381 h 221381"/>
                <a:gd name="connsiteX7" fmla="*/ 0 w 354210"/>
                <a:gd name="connsiteY7" fmla="*/ 199243 h 221381"/>
                <a:gd name="connsiteX8" fmla="*/ 0 w 354210"/>
                <a:gd name="connsiteY8" fmla="*/ 22138 h 221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210" h="221381">
                  <a:moveTo>
                    <a:pt x="0" y="22138"/>
                  </a:moveTo>
                  <a:cubicBezTo>
                    <a:pt x="0" y="9912"/>
                    <a:pt x="9912" y="0"/>
                    <a:pt x="22138" y="0"/>
                  </a:cubicBezTo>
                  <a:lnTo>
                    <a:pt x="332072" y="0"/>
                  </a:lnTo>
                  <a:cubicBezTo>
                    <a:pt x="344298" y="0"/>
                    <a:pt x="354210" y="9912"/>
                    <a:pt x="354210" y="22138"/>
                  </a:cubicBezTo>
                  <a:lnTo>
                    <a:pt x="354210" y="199243"/>
                  </a:lnTo>
                  <a:cubicBezTo>
                    <a:pt x="354210" y="211469"/>
                    <a:pt x="344298" y="221381"/>
                    <a:pt x="332072" y="221381"/>
                  </a:cubicBezTo>
                  <a:lnTo>
                    <a:pt x="22138" y="221381"/>
                  </a:lnTo>
                  <a:cubicBezTo>
                    <a:pt x="9912" y="221381"/>
                    <a:pt x="0" y="211469"/>
                    <a:pt x="0" y="199243"/>
                  </a:cubicBezTo>
                  <a:lnTo>
                    <a:pt x="0" y="22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9" tIns="12834" rIns="16009" bIns="1283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b="1" kern="1200" dirty="0"/>
                <a:t>Red Leads</a:t>
              </a:r>
              <a:endParaRPr lang="en-US" sz="800" kern="1200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53D609A-CC2E-0FEA-F8D5-5DF930BF5733}"/>
                </a:ext>
              </a:extLst>
            </p:cNvPr>
            <p:cNvSpPr/>
            <p:nvPr/>
          </p:nvSpPr>
          <p:spPr>
            <a:xfrm>
              <a:off x="3851273" y="1524582"/>
              <a:ext cx="91440" cy="99621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996218"/>
                  </a:lnTo>
                  <a:lnTo>
                    <a:pt x="89996" y="996218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1256D64-98FF-0E9B-E0D5-500A0E90C36A}"/>
                </a:ext>
              </a:extLst>
            </p:cNvPr>
            <p:cNvSpPr/>
            <p:nvPr/>
          </p:nvSpPr>
          <p:spPr>
            <a:xfrm>
              <a:off x="3941269" y="2410109"/>
              <a:ext cx="354210" cy="221381"/>
            </a:xfrm>
            <a:custGeom>
              <a:avLst/>
              <a:gdLst>
                <a:gd name="connsiteX0" fmla="*/ 0 w 354210"/>
                <a:gd name="connsiteY0" fmla="*/ 22138 h 221381"/>
                <a:gd name="connsiteX1" fmla="*/ 22138 w 354210"/>
                <a:gd name="connsiteY1" fmla="*/ 0 h 221381"/>
                <a:gd name="connsiteX2" fmla="*/ 332072 w 354210"/>
                <a:gd name="connsiteY2" fmla="*/ 0 h 221381"/>
                <a:gd name="connsiteX3" fmla="*/ 354210 w 354210"/>
                <a:gd name="connsiteY3" fmla="*/ 22138 h 221381"/>
                <a:gd name="connsiteX4" fmla="*/ 354210 w 354210"/>
                <a:gd name="connsiteY4" fmla="*/ 199243 h 221381"/>
                <a:gd name="connsiteX5" fmla="*/ 332072 w 354210"/>
                <a:gd name="connsiteY5" fmla="*/ 221381 h 221381"/>
                <a:gd name="connsiteX6" fmla="*/ 22138 w 354210"/>
                <a:gd name="connsiteY6" fmla="*/ 221381 h 221381"/>
                <a:gd name="connsiteX7" fmla="*/ 0 w 354210"/>
                <a:gd name="connsiteY7" fmla="*/ 199243 h 221381"/>
                <a:gd name="connsiteX8" fmla="*/ 0 w 354210"/>
                <a:gd name="connsiteY8" fmla="*/ 22138 h 221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210" h="221381">
                  <a:moveTo>
                    <a:pt x="0" y="22138"/>
                  </a:moveTo>
                  <a:cubicBezTo>
                    <a:pt x="0" y="9912"/>
                    <a:pt x="9912" y="0"/>
                    <a:pt x="22138" y="0"/>
                  </a:cubicBezTo>
                  <a:lnTo>
                    <a:pt x="332072" y="0"/>
                  </a:lnTo>
                  <a:cubicBezTo>
                    <a:pt x="344298" y="0"/>
                    <a:pt x="354210" y="9912"/>
                    <a:pt x="354210" y="22138"/>
                  </a:cubicBezTo>
                  <a:lnTo>
                    <a:pt x="354210" y="199243"/>
                  </a:lnTo>
                  <a:cubicBezTo>
                    <a:pt x="354210" y="211469"/>
                    <a:pt x="344298" y="221381"/>
                    <a:pt x="332072" y="221381"/>
                  </a:cubicBezTo>
                  <a:lnTo>
                    <a:pt x="22138" y="221381"/>
                  </a:lnTo>
                  <a:cubicBezTo>
                    <a:pt x="9912" y="221381"/>
                    <a:pt x="0" y="211469"/>
                    <a:pt x="0" y="199243"/>
                  </a:cubicBezTo>
                  <a:lnTo>
                    <a:pt x="0" y="22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9" tIns="12834" rIns="16009" bIns="1283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b="1" kern="1200" dirty="0"/>
                <a:t>Pre Leads</a:t>
              </a:r>
              <a:endParaRPr lang="en-US" sz="800" kern="1200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9970AA6-0524-D0BB-68EF-1C4A7A78B749}"/>
                </a:ext>
              </a:extLst>
            </p:cNvPr>
            <p:cNvSpPr/>
            <p:nvPr/>
          </p:nvSpPr>
          <p:spPr>
            <a:xfrm>
              <a:off x="3851273" y="1524582"/>
              <a:ext cx="91440" cy="127294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272945"/>
                  </a:lnTo>
                  <a:lnTo>
                    <a:pt x="89996" y="1272945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AD01F38-06BC-DDDB-E36C-3741A2E597C3}"/>
                </a:ext>
              </a:extLst>
            </p:cNvPr>
            <p:cNvSpPr/>
            <p:nvPr/>
          </p:nvSpPr>
          <p:spPr>
            <a:xfrm>
              <a:off x="3941269" y="2686836"/>
              <a:ext cx="354210" cy="221381"/>
            </a:xfrm>
            <a:custGeom>
              <a:avLst/>
              <a:gdLst>
                <a:gd name="connsiteX0" fmla="*/ 0 w 354210"/>
                <a:gd name="connsiteY0" fmla="*/ 22138 h 221381"/>
                <a:gd name="connsiteX1" fmla="*/ 22138 w 354210"/>
                <a:gd name="connsiteY1" fmla="*/ 0 h 221381"/>
                <a:gd name="connsiteX2" fmla="*/ 332072 w 354210"/>
                <a:gd name="connsiteY2" fmla="*/ 0 h 221381"/>
                <a:gd name="connsiteX3" fmla="*/ 354210 w 354210"/>
                <a:gd name="connsiteY3" fmla="*/ 22138 h 221381"/>
                <a:gd name="connsiteX4" fmla="*/ 354210 w 354210"/>
                <a:gd name="connsiteY4" fmla="*/ 199243 h 221381"/>
                <a:gd name="connsiteX5" fmla="*/ 332072 w 354210"/>
                <a:gd name="connsiteY5" fmla="*/ 221381 h 221381"/>
                <a:gd name="connsiteX6" fmla="*/ 22138 w 354210"/>
                <a:gd name="connsiteY6" fmla="*/ 221381 h 221381"/>
                <a:gd name="connsiteX7" fmla="*/ 0 w 354210"/>
                <a:gd name="connsiteY7" fmla="*/ 199243 h 221381"/>
                <a:gd name="connsiteX8" fmla="*/ 0 w 354210"/>
                <a:gd name="connsiteY8" fmla="*/ 22138 h 221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210" h="221381">
                  <a:moveTo>
                    <a:pt x="0" y="22138"/>
                  </a:moveTo>
                  <a:cubicBezTo>
                    <a:pt x="0" y="9912"/>
                    <a:pt x="9912" y="0"/>
                    <a:pt x="22138" y="0"/>
                  </a:cubicBezTo>
                  <a:lnTo>
                    <a:pt x="332072" y="0"/>
                  </a:lnTo>
                  <a:cubicBezTo>
                    <a:pt x="344298" y="0"/>
                    <a:pt x="354210" y="9912"/>
                    <a:pt x="354210" y="22138"/>
                  </a:cubicBezTo>
                  <a:lnTo>
                    <a:pt x="354210" y="199243"/>
                  </a:lnTo>
                  <a:cubicBezTo>
                    <a:pt x="354210" y="211469"/>
                    <a:pt x="344298" y="221381"/>
                    <a:pt x="332072" y="221381"/>
                  </a:cubicBezTo>
                  <a:lnTo>
                    <a:pt x="22138" y="221381"/>
                  </a:lnTo>
                  <a:cubicBezTo>
                    <a:pt x="9912" y="221381"/>
                    <a:pt x="0" y="211469"/>
                    <a:pt x="0" y="199243"/>
                  </a:cubicBezTo>
                  <a:lnTo>
                    <a:pt x="0" y="22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9" tIns="12834" rIns="16009" bIns="1283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b="1" kern="1200" dirty="0"/>
                <a:t>Leads In Process</a:t>
              </a:r>
              <a:r>
                <a:rPr lang="en-US" sz="800" kern="1200" dirty="0"/>
                <a:t> </a:t>
              </a: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7149ADA-BA0D-0322-3638-B5494ACF029A}"/>
                </a:ext>
              </a:extLst>
            </p:cNvPr>
            <p:cNvSpPr/>
            <p:nvPr/>
          </p:nvSpPr>
          <p:spPr>
            <a:xfrm>
              <a:off x="3851273" y="1524582"/>
              <a:ext cx="91440" cy="154967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549672"/>
                  </a:lnTo>
                  <a:lnTo>
                    <a:pt x="89996" y="154967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00BDD6C3-45FD-6D1F-5C9A-FC593D508EC5}"/>
                </a:ext>
              </a:extLst>
            </p:cNvPr>
            <p:cNvSpPr/>
            <p:nvPr/>
          </p:nvSpPr>
          <p:spPr>
            <a:xfrm>
              <a:off x="3941269" y="2963564"/>
              <a:ext cx="354210" cy="221381"/>
            </a:xfrm>
            <a:custGeom>
              <a:avLst/>
              <a:gdLst>
                <a:gd name="connsiteX0" fmla="*/ 0 w 354210"/>
                <a:gd name="connsiteY0" fmla="*/ 22138 h 221381"/>
                <a:gd name="connsiteX1" fmla="*/ 22138 w 354210"/>
                <a:gd name="connsiteY1" fmla="*/ 0 h 221381"/>
                <a:gd name="connsiteX2" fmla="*/ 332072 w 354210"/>
                <a:gd name="connsiteY2" fmla="*/ 0 h 221381"/>
                <a:gd name="connsiteX3" fmla="*/ 354210 w 354210"/>
                <a:gd name="connsiteY3" fmla="*/ 22138 h 221381"/>
                <a:gd name="connsiteX4" fmla="*/ 354210 w 354210"/>
                <a:gd name="connsiteY4" fmla="*/ 199243 h 221381"/>
                <a:gd name="connsiteX5" fmla="*/ 332072 w 354210"/>
                <a:gd name="connsiteY5" fmla="*/ 221381 h 221381"/>
                <a:gd name="connsiteX6" fmla="*/ 22138 w 354210"/>
                <a:gd name="connsiteY6" fmla="*/ 221381 h 221381"/>
                <a:gd name="connsiteX7" fmla="*/ 0 w 354210"/>
                <a:gd name="connsiteY7" fmla="*/ 199243 h 221381"/>
                <a:gd name="connsiteX8" fmla="*/ 0 w 354210"/>
                <a:gd name="connsiteY8" fmla="*/ 22138 h 221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210" h="221381">
                  <a:moveTo>
                    <a:pt x="0" y="22138"/>
                  </a:moveTo>
                  <a:cubicBezTo>
                    <a:pt x="0" y="9912"/>
                    <a:pt x="9912" y="0"/>
                    <a:pt x="22138" y="0"/>
                  </a:cubicBezTo>
                  <a:lnTo>
                    <a:pt x="332072" y="0"/>
                  </a:lnTo>
                  <a:cubicBezTo>
                    <a:pt x="344298" y="0"/>
                    <a:pt x="354210" y="9912"/>
                    <a:pt x="354210" y="22138"/>
                  </a:cubicBezTo>
                  <a:lnTo>
                    <a:pt x="354210" y="199243"/>
                  </a:lnTo>
                  <a:cubicBezTo>
                    <a:pt x="354210" y="211469"/>
                    <a:pt x="344298" y="221381"/>
                    <a:pt x="332072" y="221381"/>
                  </a:cubicBezTo>
                  <a:lnTo>
                    <a:pt x="22138" y="221381"/>
                  </a:lnTo>
                  <a:cubicBezTo>
                    <a:pt x="9912" y="221381"/>
                    <a:pt x="0" y="211469"/>
                    <a:pt x="0" y="199243"/>
                  </a:cubicBezTo>
                  <a:lnTo>
                    <a:pt x="0" y="22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9" tIns="12834" rIns="16009" bIns="1283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b="1" kern="1200" dirty="0"/>
                <a:t>Query Leads</a:t>
              </a:r>
              <a:endParaRPr lang="en-US" sz="800" kern="1200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C492F3BE-1320-563C-AB27-5B90B8AAAB3E}"/>
                </a:ext>
              </a:extLst>
            </p:cNvPr>
            <p:cNvSpPr/>
            <p:nvPr/>
          </p:nvSpPr>
          <p:spPr>
            <a:xfrm>
              <a:off x="3851273" y="1524582"/>
              <a:ext cx="91440" cy="182640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826400"/>
                  </a:lnTo>
                  <a:lnTo>
                    <a:pt x="89996" y="1826400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212F11B-284C-55E0-B72D-B8AD836D3C7D}"/>
                </a:ext>
              </a:extLst>
            </p:cNvPr>
            <p:cNvSpPr/>
            <p:nvPr/>
          </p:nvSpPr>
          <p:spPr>
            <a:xfrm>
              <a:off x="3941269" y="3240291"/>
              <a:ext cx="354210" cy="221381"/>
            </a:xfrm>
            <a:custGeom>
              <a:avLst/>
              <a:gdLst>
                <a:gd name="connsiteX0" fmla="*/ 0 w 354210"/>
                <a:gd name="connsiteY0" fmla="*/ 22138 h 221381"/>
                <a:gd name="connsiteX1" fmla="*/ 22138 w 354210"/>
                <a:gd name="connsiteY1" fmla="*/ 0 h 221381"/>
                <a:gd name="connsiteX2" fmla="*/ 332072 w 354210"/>
                <a:gd name="connsiteY2" fmla="*/ 0 h 221381"/>
                <a:gd name="connsiteX3" fmla="*/ 354210 w 354210"/>
                <a:gd name="connsiteY3" fmla="*/ 22138 h 221381"/>
                <a:gd name="connsiteX4" fmla="*/ 354210 w 354210"/>
                <a:gd name="connsiteY4" fmla="*/ 199243 h 221381"/>
                <a:gd name="connsiteX5" fmla="*/ 332072 w 354210"/>
                <a:gd name="connsiteY5" fmla="*/ 221381 h 221381"/>
                <a:gd name="connsiteX6" fmla="*/ 22138 w 354210"/>
                <a:gd name="connsiteY6" fmla="*/ 221381 h 221381"/>
                <a:gd name="connsiteX7" fmla="*/ 0 w 354210"/>
                <a:gd name="connsiteY7" fmla="*/ 199243 h 221381"/>
                <a:gd name="connsiteX8" fmla="*/ 0 w 354210"/>
                <a:gd name="connsiteY8" fmla="*/ 22138 h 221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210" h="221381">
                  <a:moveTo>
                    <a:pt x="0" y="22138"/>
                  </a:moveTo>
                  <a:cubicBezTo>
                    <a:pt x="0" y="9912"/>
                    <a:pt x="9912" y="0"/>
                    <a:pt x="22138" y="0"/>
                  </a:cubicBezTo>
                  <a:lnTo>
                    <a:pt x="332072" y="0"/>
                  </a:lnTo>
                  <a:cubicBezTo>
                    <a:pt x="344298" y="0"/>
                    <a:pt x="354210" y="9912"/>
                    <a:pt x="354210" y="22138"/>
                  </a:cubicBezTo>
                  <a:lnTo>
                    <a:pt x="354210" y="199243"/>
                  </a:lnTo>
                  <a:cubicBezTo>
                    <a:pt x="354210" y="211469"/>
                    <a:pt x="344298" y="221381"/>
                    <a:pt x="332072" y="221381"/>
                  </a:cubicBezTo>
                  <a:lnTo>
                    <a:pt x="22138" y="221381"/>
                  </a:lnTo>
                  <a:cubicBezTo>
                    <a:pt x="9912" y="221381"/>
                    <a:pt x="0" y="211469"/>
                    <a:pt x="0" y="199243"/>
                  </a:cubicBezTo>
                  <a:lnTo>
                    <a:pt x="0" y="22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9" tIns="12834" rIns="16009" bIns="1283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b="1" kern="1200" dirty="0"/>
                <a:t>Leads in LOS</a:t>
              </a:r>
              <a:endParaRPr lang="en-US" sz="800" kern="1200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8CECC7C-337E-85AF-3F56-36BBA14DCFB8}"/>
                </a:ext>
              </a:extLst>
            </p:cNvPr>
            <p:cNvSpPr/>
            <p:nvPr/>
          </p:nvSpPr>
          <p:spPr>
            <a:xfrm>
              <a:off x="3851273" y="1524582"/>
              <a:ext cx="91440" cy="210312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2103127"/>
                  </a:lnTo>
                  <a:lnTo>
                    <a:pt x="89996" y="2103127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20B9A43-61F2-DEF8-DD2D-F657D0B9EDBA}"/>
                </a:ext>
              </a:extLst>
            </p:cNvPr>
            <p:cNvSpPr/>
            <p:nvPr/>
          </p:nvSpPr>
          <p:spPr>
            <a:xfrm>
              <a:off x="3941269" y="3517018"/>
              <a:ext cx="354210" cy="221381"/>
            </a:xfrm>
            <a:custGeom>
              <a:avLst/>
              <a:gdLst>
                <a:gd name="connsiteX0" fmla="*/ 0 w 354210"/>
                <a:gd name="connsiteY0" fmla="*/ 22138 h 221381"/>
                <a:gd name="connsiteX1" fmla="*/ 22138 w 354210"/>
                <a:gd name="connsiteY1" fmla="*/ 0 h 221381"/>
                <a:gd name="connsiteX2" fmla="*/ 332072 w 354210"/>
                <a:gd name="connsiteY2" fmla="*/ 0 h 221381"/>
                <a:gd name="connsiteX3" fmla="*/ 354210 w 354210"/>
                <a:gd name="connsiteY3" fmla="*/ 22138 h 221381"/>
                <a:gd name="connsiteX4" fmla="*/ 354210 w 354210"/>
                <a:gd name="connsiteY4" fmla="*/ 199243 h 221381"/>
                <a:gd name="connsiteX5" fmla="*/ 332072 w 354210"/>
                <a:gd name="connsiteY5" fmla="*/ 221381 h 221381"/>
                <a:gd name="connsiteX6" fmla="*/ 22138 w 354210"/>
                <a:gd name="connsiteY6" fmla="*/ 221381 h 221381"/>
                <a:gd name="connsiteX7" fmla="*/ 0 w 354210"/>
                <a:gd name="connsiteY7" fmla="*/ 199243 h 221381"/>
                <a:gd name="connsiteX8" fmla="*/ 0 w 354210"/>
                <a:gd name="connsiteY8" fmla="*/ 22138 h 221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210" h="221381">
                  <a:moveTo>
                    <a:pt x="0" y="22138"/>
                  </a:moveTo>
                  <a:cubicBezTo>
                    <a:pt x="0" y="9912"/>
                    <a:pt x="9912" y="0"/>
                    <a:pt x="22138" y="0"/>
                  </a:cubicBezTo>
                  <a:lnTo>
                    <a:pt x="332072" y="0"/>
                  </a:lnTo>
                  <a:cubicBezTo>
                    <a:pt x="344298" y="0"/>
                    <a:pt x="354210" y="9912"/>
                    <a:pt x="354210" y="22138"/>
                  </a:cubicBezTo>
                  <a:lnTo>
                    <a:pt x="354210" y="199243"/>
                  </a:lnTo>
                  <a:cubicBezTo>
                    <a:pt x="354210" y="211469"/>
                    <a:pt x="344298" y="221381"/>
                    <a:pt x="332072" y="221381"/>
                  </a:cubicBezTo>
                  <a:lnTo>
                    <a:pt x="22138" y="221381"/>
                  </a:lnTo>
                  <a:cubicBezTo>
                    <a:pt x="9912" y="221381"/>
                    <a:pt x="0" y="211469"/>
                    <a:pt x="0" y="199243"/>
                  </a:cubicBezTo>
                  <a:lnTo>
                    <a:pt x="0" y="22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9" tIns="12834" rIns="16009" bIns="1283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b="1" kern="1200" dirty="0"/>
                <a:t>Leads Sanctioned</a:t>
              </a:r>
              <a:endParaRPr lang="en-US" sz="800" kern="1200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2EFBC05-86C8-E241-5186-B397114A282E}"/>
                </a:ext>
              </a:extLst>
            </p:cNvPr>
            <p:cNvSpPr/>
            <p:nvPr/>
          </p:nvSpPr>
          <p:spPr>
            <a:xfrm>
              <a:off x="3851273" y="1524582"/>
              <a:ext cx="91440" cy="237985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2379854"/>
                  </a:lnTo>
                  <a:lnTo>
                    <a:pt x="89996" y="2379854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FCF6155-27F1-9D28-2B6F-64FBC42B0DEE}"/>
                </a:ext>
              </a:extLst>
            </p:cNvPr>
            <p:cNvSpPr/>
            <p:nvPr/>
          </p:nvSpPr>
          <p:spPr>
            <a:xfrm>
              <a:off x="3941269" y="3793745"/>
              <a:ext cx="354210" cy="221381"/>
            </a:xfrm>
            <a:custGeom>
              <a:avLst/>
              <a:gdLst>
                <a:gd name="connsiteX0" fmla="*/ 0 w 354210"/>
                <a:gd name="connsiteY0" fmla="*/ 22138 h 221381"/>
                <a:gd name="connsiteX1" fmla="*/ 22138 w 354210"/>
                <a:gd name="connsiteY1" fmla="*/ 0 h 221381"/>
                <a:gd name="connsiteX2" fmla="*/ 332072 w 354210"/>
                <a:gd name="connsiteY2" fmla="*/ 0 h 221381"/>
                <a:gd name="connsiteX3" fmla="*/ 354210 w 354210"/>
                <a:gd name="connsiteY3" fmla="*/ 22138 h 221381"/>
                <a:gd name="connsiteX4" fmla="*/ 354210 w 354210"/>
                <a:gd name="connsiteY4" fmla="*/ 199243 h 221381"/>
                <a:gd name="connsiteX5" fmla="*/ 332072 w 354210"/>
                <a:gd name="connsiteY5" fmla="*/ 221381 h 221381"/>
                <a:gd name="connsiteX6" fmla="*/ 22138 w 354210"/>
                <a:gd name="connsiteY6" fmla="*/ 221381 h 221381"/>
                <a:gd name="connsiteX7" fmla="*/ 0 w 354210"/>
                <a:gd name="connsiteY7" fmla="*/ 199243 h 221381"/>
                <a:gd name="connsiteX8" fmla="*/ 0 w 354210"/>
                <a:gd name="connsiteY8" fmla="*/ 22138 h 221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210" h="221381">
                  <a:moveTo>
                    <a:pt x="0" y="22138"/>
                  </a:moveTo>
                  <a:cubicBezTo>
                    <a:pt x="0" y="9912"/>
                    <a:pt x="9912" y="0"/>
                    <a:pt x="22138" y="0"/>
                  </a:cubicBezTo>
                  <a:lnTo>
                    <a:pt x="332072" y="0"/>
                  </a:lnTo>
                  <a:cubicBezTo>
                    <a:pt x="344298" y="0"/>
                    <a:pt x="354210" y="9912"/>
                    <a:pt x="354210" y="22138"/>
                  </a:cubicBezTo>
                  <a:lnTo>
                    <a:pt x="354210" y="199243"/>
                  </a:lnTo>
                  <a:cubicBezTo>
                    <a:pt x="354210" y="211469"/>
                    <a:pt x="344298" y="221381"/>
                    <a:pt x="332072" y="221381"/>
                  </a:cubicBezTo>
                  <a:lnTo>
                    <a:pt x="22138" y="221381"/>
                  </a:lnTo>
                  <a:cubicBezTo>
                    <a:pt x="9912" y="221381"/>
                    <a:pt x="0" y="211469"/>
                    <a:pt x="0" y="199243"/>
                  </a:cubicBezTo>
                  <a:lnTo>
                    <a:pt x="0" y="22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9" tIns="12834" rIns="16009" bIns="1283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b="1" kern="1200" dirty="0"/>
                <a:t>Leads Disbursed</a:t>
              </a:r>
              <a:endParaRPr lang="en-US" sz="800" kern="1200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B0351CB-48FB-F8F9-986F-E484403F0188}"/>
                </a:ext>
              </a:extLst>
            </p:cNvPr>
            <p:cNvSpPr/>
            <p:nvPr/>
          </p:nvSpPr>
          <p:spPr>
            <a:xfrm>
              <a:off x="3851273" y="1524582"/>
              <a:ext cx="91440" cy="265658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2656582"/>
                  </a:lnTo>
                  <a:lnTo>
                    <a:pt x="89996" y="265658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0CF8B75-40AD-9A2C-54BA-8963C0577D3F}"/>
                </a:ext>
              </a:extLst>
            </p:cNvPr>
            <p:cNvSpPr/>
            <p:nvPr/>
          </p:nvSpPr>
          <p:spPr>
            <a:xfrm>
              <a:off x="3941269" y="4070473"/>
              <a:ext cx="354210" cy="221381"/>
            </a:xfrm>
            <a:custGeom>
              <a:avLst/>
              <a:gdLst>
                <a:gd name="connsiteX0" fmla="*/ 0 w 354210"/>
                <a:gd name="connsiteY0" fmla="*/ 22138 h 221381"/>
                <a:gd name="connsiteX1" fmla="*/ 22138 w 354210"/>
                <a:gd name="connsiteY1" fmla="*/ 0 h 221381"/>
                <a:gd name="connsiteX2" fmla="*/ 332072 w 354210"/>
                <a:gd name="connsiteY2" fmla="*/ 0 h 221381"/>
                <a:gd name="connsiteX3" fmla="*/ 354210 w 354210"/>
                <a:gd name="connsiteY3" fmla="*/ 22138 h 221381"/>
                <a:gd name="connsiteX4" fmla="*/ 354210 w 354210"/>
                <a:gd name="connsiteY4" fmla="*/ 199243 h 221381"/>
                <a:gd name="connsiteX5" fmla="*/ 332072 w 354210"/>
                <a:gd name="connsiteY5" fmla="*/ 221381 h 221381"/>
                <a:gd name="connsiteX6" fmla="*/ 22138 w 354210"/>
                <a:gd name="connsiteY6" fmla="*/ 221381 h 221381"/>
                <a:gd name="connsiteX7" fmla="*/ 0 w 354210"/>
                <a:gd name="connsiteY7" fmla="*/ 199243 h 221381"/>
                <a:gd name="connsiteX8" fmla="*/ 0 w 354210"/>
                <a:gd name="connsiteY8" fmla="*/ 22138 h 221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210" h="221381">
                  <a:moveTo>
                    <a:pt x="0" y="22138"/>
                  </a:moveTo>
                  <a:cubicBezTo>
                    <a:pt x="0" y="9912"/>
                    <a:pt x="9912" y="0"/>
                    <a:pt x="22138" y="0"/>
                  </a:cubicBezTo>
                  <a:lnTo>
                    <a:pt x="332072" y="0"/>
                  </a:lnTo>
                  <a:cubicBezTo>
                    <a:pt x="344298" y="0"/>
                    <a:pt x="354210" y="9912"/>
                    <a:pt x="354210" y="22138"/>
                  </a:cubicBezTo>
                  <a:lnTo>
                    <a:pt x="354210" y="199243"/>
                  </a:lnTo>
                  <a:cubicBezTo>
                    <a:pt x="354210" y="211469"/>
                    <a:pt x="344298" y="221381"/>
                    <a:pt x="332072" y="221381"/>
                  </a:cubicBezTo>
                  <a:lnTo>
                    <a:pt x="22138" y="221381"/>
                  </a:lnTo>
                  <a:cubicBezTo>
                    <a:pt x="9912" y="221381"/>
                    <a:pt x="0" y="211469"/>
                    <a:pt x="0" y="199243"/>
                  </a:cubicBezTo>
                  <a:lnTo>
                    <a:pt x="0" y="22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9" tIns="12834" rIns="16009" bIns="1283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b="1" kern="1200" dirty="0"/>
                <a:t>Total Leads</a:t>
              </a:r>
              <a:endParaRPr lang="en-US" sz="800" kern="1200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8521323D-1E9F-1FF3-4117-1E4346E76613}"/>
                </a:ext>
              </a:extLst>
            </p:cNvPr>
            <p:cNvSpPr/>
            <p:nvPr/>
          </p:nvSpPr>
          <p:spPr>
            <a:xfrm>
              <a:off x="3851273" y="1524582"/>
              <a:ext cx="91440" cy="293330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2933309"/>
                  </a:lnTo>
                  <a:lnTo>
                    <a:pt x="89996" y="2933309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DD27682-EE09-A316-A047-A1A87A89EB38}"/>
                </a:ext>
              </a:extLst>
            </p:cNvPr>
            <p:cNvSpPr/>
            <p:nvPr/>
          </p:nvSpPr>
          <p:spPr>
            <a:xfrm>
              <a:off x="3941269" y="4347200"/>
              <a:ext cx="354210" cy="221381"/>
            </a:xfrm>
            <a:custGeom>
              <a:avLst/>
              <a:gdLst>
                <a:gd name="connsiteX0" fmla="*/ 0 w 354210"/>
                <a:gd name="connsiteY0" fmla="*/ 22138 h 221381"/>
                <a:gd name="connsiteX1" fmla="*/ 22138 w 354210"/>
                <a:gd name="connsiteY1" fmla="*/ 0 h 221381"/>
                <a:gd name="connsiteX2" fmla="*/ 332072 w 354210"/>
                <a:gd name="connsiteY2" fmla="*/ 0 h 221381"/>
                <a:gd name="connsiteX3" fmla="*/ 354210 w 354210"/>
                <a:gd name="connsiteY3" fmla="*/ 22138 h 221381"/>
                <a:gd name="connsiteX4" fmla="*/ 354210 w 354210"/>
                <a:gd name="connsiteY4" fmla="*/ 199243 h 221381"/>
                <a:gd name="connsiteX5" fmla="*/ 332072 w 354210"/>
                <a:gd name="connsiteY5" fmla="*/ 221381 h 221381"/>
                <a:gd name="connsiteX6" fmla="*/ 22138 w 354210"/>
                <a:gd name="connsiteY6" fmla="*/ 221381 h 221381"/>
                <a:gd name="connsiteX7" fmla="*/ 0 w 354210"/>
                <a:gd name="connsiteY7" fmla="*/ 199243 h 221381"/>
                <a:gd name="connsiteX8" fmla="*/ 0 w 354210"/>
                <a:gd name="connsiteY8" fmla="*/ 22138 h 221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210" h="221381">
                  <a:moveTo>
                    <a:pt x="0" y="22138"/>
                  </a:moveTo>
                  <a:cubicBezTo>
                    <a:pt x="0" y="9912"/>
                    <a:pt x="9912" y="0"/>
                    <a:pt x="22138" y="0"/>
                  </a:cubicBezTo>
                  <a:lnTo>
                    <a:pt x="332072" y="0"/>
                  </a:lnTo>
                  <a:cubicBezTo>
                    <a:pt x="344298" y="0"/>
                    <a:pt x="354210" y="9912"/>
                    <a:pt x="354210" y="22138"/>
                  </a:cubicBezTo>
                  <a:lnTo>
                    <a:pt x="354210" y="199243"/>
                  </a:lnTo>
                  <a:cubicBezTo>
                    <a:pt x="354210" y="211469"/>
                    <a:pt x="344298" y="221381"/>
                    <a:pt x="332072" y="221381"/>
                  </a:cubicBezTo>
                  <a:lnTo>
                    <a:pt x="22138" y="221381"/>
                  </a:lnTo>
                  <a:cubicBezTo>
                    <a:pt x="9912" y="221381"/>
                    <a:pt x="0" y="211469"/>
                    <a:pt x="0" y="199243"/>
                  </a:cubicBezTo>
                  <a:lnTo>
                    <a:pt x="0" y="22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9" tIns="12834" rIns="16009" bIns="1283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b="1" kern="1200" dirty="0"/>
                <a:t>Influencer Leads</a:t>
              </a:r>
              <a:endParaRPr lang="en-US" sz="800" kern="1200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3CF4623-D799-B0BF-C22E-5118DDB84657}"/>
                </a:ext>
              </a:extLst>
            </p:cNvPr>
            <p:cNvSpPr/>
            <p:nvPr/>
          </p:nvSpPr>
          <p:spPr>
            <a:xfrm>
              <a:off x="3851273" y="1639713"/>
              <a:ext cx="91440" cy="395602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3210036"/>
                  </a:lnTo>
                  <a:lnTo>
                    <a:pt x="89996" y="3210036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9557DE04-5A68-E3EE-1A80-4DE948F895CC}"/>
                </a:ext>
              </a:extLst>
            </p:cNvPr>
            <p:cNvSpPr/>
            <p:nvPr/>
          </p:nvSpPr>
          <p:spPr>
            <a:xfrm>
              <a:off x="3941269" y="4623927"/>
              <a:ext cx="354210" cy="221381"/>
            </a:xfrm>
            <a:custGeom>
              <a:avLst/>
              <a:gdLst>
                <a:gd name="connsiteX0" fmla="*/ 0 w 354210"/>
                <a:gd name="connsiteY0" fmla="*/ 22138 h 221381"/>
                <a:gd name="connsiteX1" fmla="*/ 22138 w 354210"/>
                <a:gd name="connsiteY1" fmla="*/ 0 h 221381"/>
                <a:gd name="connsiteX2" fmla="*/ 332072 w 354210"/>
                <a:gd name="connsiteY2" fmla="*/ 0 h 221381"/>
                <a:gd name="connsiteX3" fmla="*/ 354210 w 354210"/>
                <a:gd name="connsiteY3" fmla="*/ 22138 h 221381"/>
                <a:gd name="connsiteX4" fmla="*/ 354210 w 354210"/>
                <a:gd name="connsiteY4" fmla="*/ 199243 h 221381"/>
                <a:gd name="connsiteX5" fmla="*/ 332072 w 354210"/>
                <a:gd name="connsiteY5" fmla="*/ 221381 h 221381"/>
                <a:gd name="connsiteX6" fmla="*/ 22138 w 354210"/>
                <a:gd name="connsiteY6" fmla="*/ 221381 h 221381"/>
                <a:gd name="connsiteX7" fmla="*/ 0 w 354210"/>
                <a:gd name="connsiteY7" fmla="*/ 199243 h 221381"/>
                <a:gd name="connsiteX8" fmla="*/ 0 w 354210"/>
                <a:gd name="connsiteY8" fmla="*/ 22138 h 221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210" h="221381">
                  <a:moveTo>
                    <a:pt x="0" y="22138"/>
                  </a:moveTo>
                  <a:cubicBezTo>
                    <a:pt x="0" y="9912"/>
                    <a:pt x="9912" y="0"/>
                    <a:pt x="22138" y="0"/>
                  </a:cubicBezTo>
                  <a:lnTo>
                    <a:pt x="332072" y="0"/>
                  </a:lnTo>
                  <a:cubicBezTo>
                    <a:pt x="344298" y="0"/>
                    <a:pt x="354210" y="9912"/>
                    <a:pt x="354210" y="22138"/>
                  </a:cubicBezTo>
                  <a:lnTo>
                    <a:pt x="354210" y="199243"/>
                  </a:lnTo>
                  <a:cubicBezTo>
                    <a:pt x="354210" y="211469"/>
                    <a:pt x="344298" y="221381"/>
                    <a:pt x="332072" y="221381"/>
                  </a:cubicBezTo>
                  <a:lnTo>
                    <a:pt x="22138" y="221381"/>
                  </a:lnTo>
                  <a:cubicBezTo>
                    <a:pt x="9912" y="221381"/>
                    <a:pt x="0" y="211469"/>
                    <a:pt x="0" y="199243"/>
                  </a:cubicBezTo>
                  <a:lnTo>
                    <a:pt x="0" y="22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9" tIns="12834" rIns="16009" bIns="12834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b="1" kern="1200" dirty="0"/>
                <a:t>Unassigned Influencer Leads</a:t>
              </a:r>
              <a:endParaRPr lang="en-US" sz="800" kern="1200" dirty="0"/>
            </a:p>
          </p:txBody>
        </p:sp>
      </p:grpSp>
      <p:sp>
        <p:nvSpPr>
          <p:cNvPr id="42" name="Flowchart: Alternate Process 41">
            <a:extLst>
              <a:ext uri="{FF2B5EF4-FFF2-40B4-BE49-F238E27FC236}">
                <a16:creationId xmlns:a16="http://schemas.microsoft.com/office/drawing/2014/main" id="{2871BBC3-44F4-EDDC-3D59-D627A1EEEF53}"/>
              </a:ext>
            </a:extLst>
          </p:cNvPr>
          <p:cNvSpPr/>
          <p:nvPr/>
        </p:nvSpPr>
        <p:spPr>
          <a:xfrm>
            <a:off x="10238336" y="3420365"/>
            <a:ext cx="1650180" cy="5407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200" b="1" dirty="0"/>
              <a:t>Add Influencer</a:t>
            </a:r>
            <a:endParaRPr lang="en-US" sz="12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BAA159-F26A-F369-2DC9-2FBFD4702F76}"/>
              </a:ext>
            </a:extLst>
          </p:cNvPr>
          <p:cNvSpPr/>
          <p:nvPr/>
        </p:nvSpPr>
        <p:spPr>
          <a:xfrm>
            <a:off x="502262" y="333640"/>
            <a:ext cx="2249041" cy="643167"/>
          </a:xfrm>
          <a:custGeom>
            <a:avLst/>
            <a:gdLst>
              <a:gd name="connsiteX0" fmla="*/ 0 w 2303936"/>
              <a:gd name="connsiteY0" fmla="*/ 138236 h 1382361"/>
              <a:gd name="connsiteX1" fmla="*/ 138236 w 2303936"/>
              <a:gd name="connsiteY1" fmla="*/ 0 h 1382361"/>
              <a:gd name="connsiteX2" fmla="*/ 2165700 w 2303936"/>
              <a:gd name="connsiteY2" fmla="*/ 0 h 1382361"/>
              <a:gd name="connsiteX3" fmla="*/ 2303936 w 2303936"/>
              <a:gd name="connsiteY3" fmla="*/ 138236 h 1382361"/>
              <a:gd name="connsiteX4" fmla="*/ 2303936 w 2303936"/>
              <a:gd name="connsiteY4" fmla="*/ 1244125 h 1382361"/>
              <a:gd name="connsiteX5" fmla="*/ 2165700 w 2303936"/>
              <a:gd name="connsiteY5" fmla="*/ 1382361 h 1382361"/>
              <a:gd name="connsiteX6" fmla="*/ 138236 w 2303936"/>
              <a:gd name="connsiteY6" fmla="*/ 1382361 h 1382361"/>
              <a:gd name="connsiteX7" fmla="*/ 0 w 2303936"/>
              <a:gd name="connsiteY7" fmla="*/ 1244125 h 1382361"/>
              <a:gd name="connsiteX8" fmla="*/ 0 w 2303936"/>
              <a:gd name="connsiteY8" fmla="*/ 138236 h 1382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3936" h="1382361">
                <a:moveTo>
                  <a:pt x="0" y="138236"/>
                </a:moveTo>
                <a:cubicBezTo>
                  <a:pt x="0" y="61890"/>
                  <a:pt x="61890" y="0"/>
                  <a:pt x="138236" y="0"/>
                </a:cubicBezTo>
                <a:lnTo>
                  <a:pt x="2165700" y="0"/>
                </a:lnTo>
                <a:cubicBezTo>
                  <a:pt x="2242046" y="0"/>
                  <a:pt x="2303936" y="61890"/>
                  <a:pt x="2303936" y="138236"/>
                </a:cubicBezTo>
                <a:lnTo>
                  <a:pt x="2303936" y="1244125"/>
                </a:lnTo>
                <a:cubicBezTo>
                  <a:pt x="2303936" y="1320471"/>
                  <a:pt x="2242046" y="1382361"/>
                  <a:pt x="2165700" y="1382361"/>
                </a:cubicBezTo>
                <a:lnTo>
                  <a:pt x="138236" y="1382361"/>
                </a:lnTo>
                <a:cubicBezTo>
                  <a:pt x="61890" y="1382361"/>
                  <a:pt x="0" y="1320471"/>
                  <a:pt x="0" y="1244125"/>
                </a:cubicBezTo>
                <a:lnTo>
                  <a:pt x="0" y="13823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39548" tIns="139548" rIns="139548" bIns="139548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b="1" i="0" kern="1200" baseline="0" dirty="0"/>
              <a:t>Logging In and Checking In.</a:t>
            </a:r>
            <a:endParaRPr lang="en-US" kern="120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F939601-99EA-A568-4437-A2E591893522}"/>
              </a:ext>
            </a:extLst>
          </p:cNvPr>
          <p:cNvSpPr/>
          <p:nvPr/>
        </p:nvSpPr>
        <p:spPr>
          <a:xfrm>
            <a:off x="2949220" y="562583"/>
            <a:ext cx="476796" cy="322603"/>
          </a:xfrm>
          <a:custGeom>
            <a:avLst/>
            <a:gdLst>
              <a:gd name="connsiteX0" fmla="*/ 0 w 488434"/>
              <a:gd name="connsiteY0" fmla="*/ 114275 h 571376"/>
              <a:gd name="connsiteX1" fmla="*/ 244217 w 488434"/>
              <a:gd name="connsiteY1" fmla="*/ 114275 h 571376"/>
              <a:gd name="connsiteX2" fmla="*/ 244217 w 488434"/>
              <a:gd name="connsiteY2" fmla="*/ 0 h 571376"/>
              <a:gd name="connsiteX3" fmla="*/ 488434 w 488434"/>
              <a:gd name="connsiteY3" fmla="*/ 285688 h 571376"/>
              <a:gd name="connsiteX4" fmla="*/ 244217 w 488434"/>
              <a:gd name="connsiteY4" fmla="*/ 571376 h 571376"/>
              <a:gd name="connsiteX5" fmla="*/ 244217 w 488434"/>
              <a:gd name="connsiteY5" fmla="*/ 457101 h 571376"/>
              <a:gd name="connsiteX6" fmla="*/ 0 w 488434"/>
              <a:gd name="connsiteY6" fmla="*/ 457101 h 571376"/>
              <a:gd name="connsiteX7" fmla="*/ 0 w 488434"/>
              <a:gd name="connsiteY7" fmla="*/ 114275 h 571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8434" h="571376">
                <a:moveTo>
                  <a:pt x="0" y="114275"/>
                </a:moveTo>
                <a:lnTo>
                  <a:pt x="244217" y="114275"/>
                </a:lnTo>
                <a:lnTo>
                  <a:pt x="244217" y="0"/>
                </a:lnTo>
                <a:lnTo>
                  <a:pt x="488434" y="285688"/>
                </a:lnTo>
                <a:lnTo>
                  <a:pt x="244217" y="571376"/>
                </a:lnTo>
                <a:lnTo>
                  <a:pt x="244217" y="457101"/>
                </a:lnTo>
                <a:lnTo>
                  <a:pt x="0" y="457101"/>
                </a:lnTo>
                <a:lnTo>
                  <a:pt x="0" y="114275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14275" rIns="146530" bIns="114275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600" kern="120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1C00AEA-0071-8311-2761-E5EE5A31A23F}"/>
              </a:ext>
            </a:extLst>
          </p:cNvPr>
          <p:cNvSpPr/>
          <p:nvPr/>
        </p:nvSpPr>
        <p:spPr>
          <a:xfrm>
            <a:off x="3650921" y="333640"/>
            <a:ext cx="2249041" cy="643167"/>
          </a:xfrm>
          <a:custGeom>
            <a:avLst/>
            <a:gdLst>
              <a:gd name="connsiteX0" fmla="*/ 0 w 2303936"/>
              <a:gd name="connsiteY0" fmla="*/ 138236 h 1382361"/>
              <a:gd name="connsiteX1" fmla="*/ 138236 w 2303936"/>
              <a:gd name="connsiteY1" fmla="*/ 0 h 1382361"/>
              <a:gd name="connsiteX2" fmla="*/ 2165700 w 2303936"/>
              <a:gd name="connsiteY2" fmla="*/ 0 h 1382361"/>
              <a:gd name="connsiteX3" fmla="*/ 2303936 w 2303936"/>
              <a:gd name="connsiteY3" fmla="*/ 138236 h 1382361"/>
              <a:gd name="connsiteX4" fmla="*/ 2303936 w 2303936"/>
              <a:gd name="connsiteY4" fmla="*/ 1244125 h 1382361"/>
              <a:gd name="connsiteX5" fmla="*/ 2165700 w 2303936"/>
              <a:gd name="connsiteY5" fmla="*/ 1382361 h 1382361"/>
              <a:gd name="connsiteX6" fmla="*/ 138236 w 2303936"/>
              <a:gd name="connsiteY6" fmla="*/ 1382361 h 1382361"/>
              <a:gd name="connsiteX7" fmla="*/ 0 w 2303936"/>
              <a:gd name="connsiteY7" fmla="*/ 1244125 h 1382361"/>
              <a:gd name="connsiteX8" fmla="*/ 0 w 2303936"/>
              <a:gd name="connsiteY8" fmla="*/ 138236 h 1382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3936" h="1382361">
                <a:moveTo>
                  <a:pt x="0" y="138236"/>
                </a:moveTo>
                <a:cubicBezTo>
                  <a:pt x="0" y="61890"/>
                  <a:pt x="61890" y="0"/>
                  <a:pt x="138236" y="0"/>
                </a:cubicBezTo>
                <a:lnTo>
                  <a:pt x="2165700" y="0"/>
                </a:lnTo>
                <a:cubicBezTo>
                  <a:pt x="2242046" y="0"/>
                  <a:pt x="2303936" y="61890"/>
                  <a:pt x="2303936" y="138236"/>
                </a:cubicBezTo>
                <a:lnTo>
                  <a:pt x="2303936" y="1244125"/>
                </a:lnTo>
                <a:cubicBezTo>
                  <a:pt x="2303936" y="1320471"/>
                  <a:pt x="2242046" y="1382361"/>
                  <a:pt x="2165700" y="1382361"/>
                </a:cubicBezTo>
                <a:lnTo>
                  <a:pt x="138236" y="1382361"/>
                </a:lnTo>
                <a:cubicBezTo>
                  <a:pt x="61890" y="1382361"/>
                  <a:pt x="0" y="1320471"/>
                  <a:pt x="0" y="1244125"/>
                </a:cubicBezTo>
                <a:lnTo>
                  <a:pt x="0" y="13823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39548" tIns="139548" rIns="139548" bIns="139548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b="1" kern="1200" dirty="0"/>
              <a:t>Navigating the Dashboard</a:t>
            </a:r>
            <a:endParaRPr lang="en-US" kern="120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1D6DD42-BC57-1A7E-249C-BCD66BD0EE92}"/>
              </a:ext>
            </a:extLst>
          </p:cNvPr>
          <p:cNvSpPr/>
          <p:nvPr/>
        </p:nvSpPr>
        <p:spPr>
          <a:xfrm rot="21589520">
            <a:off x="6034664" y="557737"/>
            <a:ext cx="466630" cy="322603"/>
          </a:xfrm>
          <a:custGeom>
            <a:avLst/>
            <a:gdLst>
              <a:gd name="connsiteX0" fmla="*/ 0 w 478020"/>
              <a:gd name="connsiteY0" fmla="*/ 114275 h 571376"/>
              <a:gd name="connsiteX1" fmla="*/ 239010 w 478020"/>
              <a:gd name="connsiteY1" fmla="*/ 114275 h 571376"/>
              <a:gd name="connsiteX2" fmla="*/ 239010 w 478020"/>
              <a:gd name="connsiteY2" fmla="*/ 0 h 571376"/>
              <a:gd name="connsiteX3" fmla="*/ 478020 w 478020"/>
              <a:gd name="connsiteY3" fmla="*/ 285688 h 571376"/>
              <a:gd name="connsiteX4" fmla="*/ 239010 w 478020"/>
              <a:gd name="connsiteY4" fmla="*/ 571376 h 571376"/>
              <a:gd name="connsiteX5" fmla="*/ 239010 w 478020"/>
              <a:gd name="connsiteY5" fmla="*/ 457101 h 571376"/>
              <a:gd name="connsiteX6" fmla="*/ 0 w 478020"/>
              <a:gd name="connsiteY6" fmla="*/ 457101 h 571376"/>
              <a:gd name="connsiteX7" fmla="*/ 0 w 478020"/>
              <a:gd name="connsiteY7" fmla="*/ 114275 h 571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020" h="571376">
                <a:moveTo>
                  <a:pt x="0" y="114275"/>
                </a:moveTo>
                <a:lnTo>
                  <a:pt x="239010" y="114275"/>
                </a:lnTo>
                <a:lnTo>
                  <a:pt x="239010" y="0"/>
                </a:lnTo>
                <a:lnTo>
                  <a:pt x="478020" y="285688"/>
                </a:lnTo>
                <a:lnTo>
                  <a:pt x="239010" y="571376"/>
                </a:lnTo>
                <a:lnTo>
                  <a:pt x="239010" y="457101"/>
                </a:lnTo>
                <a:lnTo>
                  <a:pt x="0" y="457101"/>
                </a:lnTo>
                <a:lnTo>
                  <a:pt x="0" y="114275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-1" tIns="114275" rIns="143406" bIns="114274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600" kern="1200"/>
          </a:p>
        </p:txBody>
      </p:sp>
      <p:sp>
        <p:nvSpPr>
          <p:cNvPr id="27" name="Flowchart: Process 26">
            <a:extLst>
              <a:ext uri="{FF2B5EF4-FFF2-40B4-BE49-F238E27FC236}">
                <a16:creationId xmlns:a16="http://schemas.microsoft.com/office/drawing/2014/main" id="{BFDAD841-9577-41EB-F196-7E467CDA9FC8}"/>
              </a:ext>
            </a:extLst>
          </p:cNvPr>
          <p:cNvSpPr/>
          <p:nvPr/>
        </p:nvSpPr>
        <p:spPr>
          <a:xfrm>
            <a:off x="7531510" y="299312"/>
            <a:ext cx="2497393" cy="67749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139548" tIns="139548" rIns="139548" bIns="139548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b="1" kern="1200" dirty="0"/>
              <a:t>Adding New Leads.</a:t>
            </a:r>
            <a:endParaRPr lang="en-US" kern="1200" dirty="0"/>
          </a:p>
        </p:txBody>
      </p:sp>
      <p:pic>
        <p:nvPicPr>
          <p:cNvPr id="94" name="Picture Placeholder 2">
            <a:extLst>
              <a:ext uri="{FF2B5EF4-FFF2-40B4-BE49-F238E27FC236}">
                <a16:creationId xmlns:a16="http://schemas.microsoft.com/office/drawing/2014/main" id="{EDEA4B7C-9ED1-E7D8-D1B4-213F9BA13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65" b="11945"/>
          <a:stretch/>
        </p:blipFill>
        <p:spPr>
          <a:xfrm>
            <a:off x="7920298" y="1758966"/>
            <a:ext cx="1888825" cy="677494"/>
          </a:xfrm>
          <a:prstGeom prst="rect">
            <a:avLst/>
          </a:prstGeom>
          <a:ln w="38100" cap="sq">
            <a:solidFill>
              <a:schemeClr val="accent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5" name="Arrow: Down 94">
            <a:extLst>
              <a:ext uri="{FF2B5EF4-FFF2-40B4-BE49-F238E27FC236}">
                <a16:creationId xmlns:a16="http://schemas.microsoft.com/office/drawing/2014/main" id="{13B6A818-D0B8-75DF-1334-585E56DFF25A}"/>
              </a:ext>
            </a:extLst>
          </p:cNvPr>
          <p:cNvSpPr/>
          <p:nvPr/>
        </p:nvSpPr>
        <p:spPr>
          <a:xfrm>
            <a:off x="8577495" y="976807"/>
            <a:ext cx="388461" cy="7102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0" name="Picture Placeholder 2">
            <a:extLst>
              <a:ext uri="{FF2B5EF4-FFF2-40B4-BE49-F238E27FC236}">
                <a16:creationId xmlns:a16="http://schemas.microsoft.com/office/drawing/2014/main" id="{F1EE4FD5-9BF2-A5FA-DCE4-3887B99A3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393" b="1368"/>
          <a:stretch/>
        </p:blipFill>
        <p:spPr>
          <a:xfrm>
            <a:off x="7906150" y="2634719"/>
            <a:ext cx="1888825" cy="577283"/>
          </a:xfrm>
          <a:prstGeom prst="rect">
            <a:avLst/>
          </a:prstGeom>
          <a:ln w="38100" cap="sq">
            <a:solidFill>
              <a:schemeClr val="accent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5" name="TextBox 134">
            <a:extLst>
              <a:ext uri="{FF2B5EF4-FFF2-40B4-BE49-F238E27FC236}">
                <a16:creationId xmlns:a16="http://schemas.microsoft.com/office/drawing/2014/main" id="{A1C773EA-665F-B93F-6452-D40D60AAB35D}"/>
              </a:ext>
            </a:extLst>
          </p:cNvPr>
          <p:cNvSpPr txBox="1"/>
          <p:nvPr/>
        </p:nvSpPr>
        <p:spPr>
          <a:xfrm>
            <a:off x="5864790" y="3516550"/>
            <a:ext cx="2522484" cy="20794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 Details.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Co-Borrower Information 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Applicant KYC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Detail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Collateral Detail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CRIF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7E7B8A6F-2C97-B074-C244-7B8B7032BA4A}"/>
              </a:ext>
            </a:extLst>
          </p:cNvPr>
          <p:cNvCxnSpPr>
            <a:cxnSpLocks/>
            <a:stCxn id="94" idx="1"/>
            <a:endCxn id="135" idx="0"/>
          </p:cNvCxnSpPr>
          <p:nvPr/>
        </p:nvCxnSpPr>
        <p:spPr>
          <a:xfrm rot="10800000" flipV="1">
            <a:off x="7126032" y="2097712"/>
            <a:ext cx="794266" cy="14188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C82CFF7C-BB44-77D8-E2B5-9D3A897AB19B}"/>
              </a:ext>
            </a:extLst>
          </p:cNvPr>
          <p:cNvSpPr txBox="1"/>
          <p:nvPr/>
        </p:nvSpPr>
        <p:spPr>
          <a:xfrm>
            <a:off x="9731267" y="4461424"/>
            <a:ext cx="2307546" cy="11345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Personal Information.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KYC Information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Bank Information (Optional)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D9229B91-64F6-017B-1063-5A66A8294534}"/>
              </a:ext>
            </a:extLst>
          </p:cNvPr>
          <p:cNvCxnSpPr>
            <a:cxnSpLocks/>
            <a:stCxn id="110" idx="3"/>
            <a:endCxn id="42" idx="1"/>
          </p:cNvCxnSpPr>
          <p:nvPr/>
        </p:nvCxnSpPr>
        <p:spPr>
          <a:xfrm>
            <a:off x="9794975" y="2923361"/>
            <a:ext cx="443361" cy="7673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C865F586-20FA-32E7-0E3A-FA4A585BE433}"/>
              </a:ext>
            </a:extLst>
          </p:cNvPr>
          <p:cNvCxnSpPr>
            <a:stCxn id="42" idx="3"/>
            <a:endCxn id="141" idx="0"/>
          </p:cNvCxnSpPr>
          <p:nvPr/>
        </p:nvCxnSpPr>
        <p:spPr>
          <a:xfrm flipH="1">
            <a:off x="10885040" y="3690752"/>
            <a:ext cx="1003476" cy="770672"/>
          </a:xfrm>
          <a:prstGeom prst="bentConnector4">
            <a:avLst>
              <a:gd name="adj1" fmla="val -22781"/>
              <a:gd name="adj2" fmla="val 675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812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B7753D-55C5-D0C6-51DF-B27566E41493}"/>
              </a:ext>
            </a:extLst>
          </p:cNvPr>
          <p:cNvSpPr txBox="1"/>
          <p:nvPr/>
        </p:nvSpPr>
        <p:spPr>
          <a:xfrm>
            <a:off x="4473673" y="2180972"/>
            <a:ext cx="3057832" cy="10143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Personal Information.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KYC Information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Bank Information (Optional)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16B92886-3D1C-2194-8CFE-CD3029929D49}"/>
              </a:ext>
            </a:extLst>
          </p:cNvPr>
          <p:cNvCxnSpPr>
            <a:cxnSpLocks/>
          </p:cNvCxnSpPr>
          <p:nvPr/>
        </p:nvCxnSpPr>
        <p:spPr>
          <a:xfrm flipH="1">
            <a:off x="5919745" y="1506720"/>
            <a:ext cx="1003476" cy="847739"/>
          </a:xfrm>
          <a:prstGeom prst="bentConnector4">
            <a:avLst>
              <a:gd name="adj1" fmla="val -22781"/>
              <a:gd name="adj2" fmla="val 675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Placeholder 2">
            <a:extLst>
              <a:ext uri="{FF2B5EF4-FFF2-40B4-BE49-F238E27FC236}">
                <a16:creationId xmlns:a16="http://schemas.microsoft.com/office/drawing/2014/main" id="{F7C5E447-8D6D-33C3-11A9-9B2B88AEF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393" b="1368"/>
          <a:stretch/>
        </p:blipFill>
        <p:spPr>
          <a:xfrm>
            <a:off x="4901360" y="1336386"/>
            <a:ext cx="2036770" cy="622499"/>
          </a:xfrm>
          <a:prstGeom prst="rect">
            <a:avLst/>
          </a:prstGeom>
          <a:ln w="38100" cap="sq">
            <a:solidFill>
              <a:schemeClr val="accent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DA2B32-6C14-A93D-F8D7-25B7B9ED38C8}"/>
              </a:ext>
            </a:extLst>
          </p:cNvPr>
          <p:cNvSpPr txBox="1"/>
          <p:nvPr/>
        </p:nvSpPr>
        <p:spPr>
          <a:xfrm>
            <a:off x="1474834" y="3212237"/>
            <a:ext cx="2271251" cy="1587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 Name 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Last Name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Phone Number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 ID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Date of Birth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Password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US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Branch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2F0E92-5981-50A2-E269-BD155723769F}"/>
              </a:ext>
            </a:extLst>
          </p:cNvPr>
          <p:cNvSpPr txBox="1"/>
          <p:nvPr/>
        </p:nvSpPr>
        <p:spPr>
          <a:xfrm>
            <a:off x="5093835" y="4127669"/>
            <a:ext cx="1651820" cy="4739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PAN Number, </a:t>
            </a:r>
            <a:br>
              <a:rPr lang="en-US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Aadhaar Number</a:t>
            </a:r>
            <a:endParaRPr lang="en-US" sz="1100" b="1" dirty="0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13D2F5E8-EE14-80B9-5F1C-596D045DABA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910349" y="2267500"/>
            <a:ext cx="1563325" cy="1065340"/>
          </a:xfrm>
          <a:prstGeom prst="bentConnector3">
            <a:avLst>
              <a:gd name="adj1" fmla="val 100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706F841-A814-D01A-4849-3364333366C4}"/>
              </a:ext>
            </a:extLst>
          </p:cNvPr>
          <p:cNvCxnSpPr>
            <a:cxnSpLocks/>
            <a:stCxn id="4" idx="1"/>
            <a:endCxn id="12" idx="0"/>
          </p:cNvCxnSpPr>
          <p:nvPr/>
        </p:nvCxnSpPr>
        <p:spPr>
          <a:xfrm rot="10800000" flipH="1" flipV="1">
            <a:off x="4473673" y="2688169"/>
            <a:ext cx="1446072" cy="1439499"/>
          </a:xfrm>
          <a:prstGeom prst="bentConnector4">
            <a:avLst>
              <a:gd name="adj1" fmla="val -15808"/>
              <a:gd name="adj2" fmla="val 676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3F57DB0-C1E0-D432-FD0C-355BD94363E0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7531505" y="2974069"/>
            <a:ext cx="1936955" cy="106370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46CD721-A0AC-39CF-CFD4-794F490F8401}"/>
              </a:ext>
            </a:extLst>
          </p:cNvPr>
          <p:cNvSpPr txBox="1"/>
          <p:nvPr/>
        </p:nvSpPr>
        <p:spPr>
          <a:xfrm>
            <a:off x="8288588" y="4037776"/>
            <a:ext cx="2359743" cy="51728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Optionally enter bank information if required.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85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A3A30EF-2F82-26CD-9BF6-6FC4769DA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3739797"/>
              </p:ext>
            </p:extLst>
          </p:nvPr>
        </p:nvGraphicFramePr>
        <p:xfrm>
          <a:off x="1297858" y="953729"/>
          <a:ext cx="9596284" cy="5545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6D18829-BFE0-DEFC-77DB-2A9737AF4373}"/>
              </a:ext>
            </a:extLst>
          </p:cNvPr>
          <p:cNvSpPr/>
          <p:nvPr/>
        </p:nvSpPr>
        <p:spPr>
          <a:xfrm>
            <a:off x="3377381" y="186812"/>
            <a:ext cx="4060722" cy="6489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Add New Lead Flow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5233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134</Words>
  <Application>Microsoft Office PowerPoint</Application>
  <PresentationFormat>Widescreen</PresentationFormat>
  <Paragraphs>51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Nitish Kumar</dc:creator>
  <cp:lastModifiedBy>Nitish Kumar</cp:lastModifiedBy>
  <cp:revision>11</cp:revision>
  <dcterms:created xsi:type="dcterms:W3CDTF">2025-05-14T06:15:06Z</dcterms:created>
  <dcterms:modified xsi:type="dcterms:W3CDTF">2025-05-14T09:02:37Z</dcterms:modified>
</cp:coreProperties>
</file>